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6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9" r:id="rId59"/>
    <p:sldId id="318" r:id="rId60"/>
    <p:sldId id="313" r:id="rId61"/>
    <p:sldId id="314" r:id="rId62"/>
    <p:sldId id="315" r:id="rId63"/>
    <p:sldId id="316" r:id="rId64"/>
    <p:sldId id="317" r:id="rId65"/>
  </p:sldIdLst>
  <p:sldSz cx="9144000" cy="5143500" type="screen16x9"/>
  <p:notesSz cx="6858000" cy="9144000"/>
  <p:embeddedFontLst>
    <p:embeddedFont>
      <p:font typeface="Consolas" panose="020B0609020204030204" pitchFamily="49" charset="0"/>
      <p:regular r:id="rId67"/>
      <p:bold r:id="rId68"/>
      <p:italic r:id="rId69"/>
      <p:boldItalic r:id="rId70"/>
    </p:embeddedFont>
    <p:embeddedFont>
      <p:font typeface="Lexend Deca" panose="020B0604020202020204" charset="0"/>
      <p:regular r:id="rId71"/>
      <p:bold r:id="rId7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3" roundtripDataSignature="AMtx7mjO66473LGsDb5le55RdtBXjqn3o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88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2.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3.fntdata"/><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4.fntdata"/><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customschemas.google.com/relationships/presentationmetadata" Target="metadata"/><Relationship Id="rId78"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font" Target="fonts/font5.fntdata"/><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ed ahmed" userId="6f3466f028c0c1d0" providerId="LiveId" clId="{33F5C705-A937-48F8-B285-571D65AE50FC}"/>
    <pc:docChg chg="undo custSel addSld modSld sldOrd">
      <pc:chgData name="mohamed ahmed" userId="6f3466f028c0c1d0" providerId="LiveId" clId="{33F5C705-A937-48F8-B285-571D65AE50FC}" dt="2022-04-11T22:37:46.595" v="232"/>
      <pc:docMkLst>
        <pc:docMk/>
      </pc:docMkLst>
      <pc:sldChg chg="addSp delSp modSp new mod">
        <pc:chgData name="mohamed ahmed" userId="6f3466f028c0c1d0" providerId="LiveId" clId="{33F5C705-A937-48F8-B285-571D65AE50FC}" dt="2022-04-11T22:37:12.359" v="225" actId="20577"/>
        <pc:sldMkLst>
          <pc:docMk/>
          <pc:sldMk cId="1163835702" sldId="318"/>
        </pc:sldMkLst>
        <pc:spChg chg="mod">
          <ac:chgData name="mohamed ahmed" userId="6f3466f028c0c1d0" providerId="LiveId" clId="{33F5C705-A937-48F8-B285-571D65AE50FC}" dt="2022-04-11T22:31:44.656" v="45" actId="20577"/>
          <ac:spMkLst>
            <pc:docMk/>
            <pc:sldMk cId="1163835702" sldId="318"/>
            <ac:spMk id="2" creationId="{0133B8F2-4BD8-4A48-B168-ED81DD11AAE5}"/>
          </ac:spMkLst>
        </pc:spChg>
        <pc:spChg chg="mod">
          <ac:chgData name="mohamed ahmed" userId="6f3466f028c0c1d0" providerId="LiveId" clId="{33F5C705-A937-48F8-B285-571D65AE50FC}" dt="2022-04-11T22:35:20.345" v="160" actId="20577"/>
          <ac:spMkLst>
            <pc:docMk/>
            <pc:sldMk cId="1163835702" sldId="318"/>
            <ac:spMk id="3" creationId="{817FC67D-A899-47AE-A15F-CCFE91DF27A5}"/>
          </ac:spMkLst>
        </pc:spChg>
        <pc:spChg chg="add del">
          <ac:chgData name="mohamed ahmed" userId="6f3466f028c0c1d0" providerId="LiveId" clId="{33F5C705-A937-48F8-B285-571D65AE50FC}" dt="2022-04-11T22:34:20.003" v="146" actId="22"/>
          <ac:spMkLst>
            <pc:docMk/>
            <pc:sldMk cId="1163835702" sldId="318"/>
            <ac:spMk id="6" creationId="{0B86E343-E7D1-4FB4-80B3-3B996E61D9C0}"/>
          </ac:spMkLst>
        </pc:spChg>
        <pc:spChg chg="add mod">
          <ac:chgData name="mohamed ahmed" userId="6f3466f028c0c1d0" providerId="LiveId" clId="{33F5C705-A937-48F8-B285-571D65AE50FC}" dt="2022-04-11T22:37:12.359" v="225" actId="20577"/>
          <ac:spMkLst>
            <pc:docMk/>
            <pc:sldMk cId="1163835702" sldId="318"/>
            <ac:spMk id="9" creationId="{3FFFD4AB-F62F-4A0D-AA0B-DEC7BFE62830}"/>
          </ac:spMkLst>
        </pc:spChg>
        <pc:picChg chg="add mod">
          <ac:chgData name="mohamed ahmed" userId="6f3466f028c0c1d0" providerId="LiveId" clId="{33F5C705-A937-48F8-B285-571D65AE50FC}" dt="2022-04-11T22:35:06.911" v="151" actId="1076"/>
          <ac:picMkLst>
            <pc:docMk/>
            <pc:sldMk cId="1163835702" sldId="318"/>
            <ac:picMk id="8" creationId="{1011BECD-DD88-42E1-9F90-E7635686E11C}"/>
          </ac:picMkLst>
        </pc:picChg>
      </pc:sldChg>
      <pc:sldChg chg="addSp delSp modSp add mod ord">
        <pc:chgData name="mohamed ahmed" userId="6f3466f028c0c1d0" providerId="LiveId" clId="{33F5C705-A937-48F8-B285-571D65AE50FC}" dt="2022-04-11T22:37:46.595" v="232"/>
        <pc:sldMkLst>
          <pc:docMk/>
          <pc:sldMk cId="2140411757" sldId="319"/>
        </pc:sldMkLst>
        <pc:picChg chg="add mod">
          <ac:chgData name="mohamed ahmed" userId="6f3466f028c0c1d0" providerId="LiveId" clId="{33F5C705-A937-48F8-B285-571D65AE50FC}" dt="2022-04-11T22:37:44.700" v="230" actId="1076"/>
          <ac:picMkLst>
            <pc:docMk/>
            <pc:sldMk cId="2140411757" sldId="319"/>
            <ac:picMk id="6" creationId="{17D40582-BA2E-4DC1-9E10-AAC9EEE49D2D}"/>
          </ac:picMkLst>
        </pc:picChg>
        <pc:picChg chg="del">
          <ac:chgData name="mohamed ahmed" userId="6f3466f028c0c1d0" providerId="LiveId" clId="{33F5C705-A937-48F8-B285-571D65AE50FC}" dt="2022-04-11T22:37:38.956" v="227" actId="478"/>
          <ac:picMkLst>
            <pc:docMk/>
            <pc:sldMk cId="2140411757" sldId="319"/>
            <ac:picMk id="8" creationId="{1011BECD-DD88-42E1-9F90-E7635686E11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 name="Google Shape;2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 name="Google Shape;34;p2: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 name="Google Shape;4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 name="Google Shape;5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 name="Google Shape;77;p8: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 name="Google Shape;8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11: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 name="Google Shape;123;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15: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16: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1" name="Google Shape;17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21: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 name="Google Shape;189;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23: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0" name="Google Shape;210;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0" name="Google Shape;220;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28: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122cee05fd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g122cee05fde_0_0: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5" name="Google Shape;255;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0" name="Google Shape;260;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2" name="Google Shape;282;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2" name="Google Shape;2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2" name="Google Shape;302;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2" name="Google Shape;312;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2" name="Google Shape;322;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2" name="Google Shape;33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2" name="Google Shape;342;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2" name="Google Shape;352;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7" name="Google Shape;357;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2" name="Google Shape;362;p42: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0" name="Google Shape;370;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8" name="Google Shape;378;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3" name="Google Shape;383;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3" name="Google Shape;393;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1" name="Google Shape;401;p47: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9" name="Google Shape;409;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4" name="Google Shape;414;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5" name="Google Shape;425;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5" name="Google Shape;435;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4" name="Google Shape;444;p52: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53: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0" name="Google Shape;460;p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5" name="Google Shape;465;p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6" name="Google Shape;476;p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5" name="Google Shape;485;p57: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4" name="Google Shape;494;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3" name="Google Shape;503;p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2" name="Google Shape;512;p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0" name="Google Shape;520;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8" name="Google Shape;528;p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pic>
        <p:nvPicPr>
          <p:cNvPr id="10" name="Google Shape;10;p63"/>
          <p:cNvPicPr preferRelativeResize="0"/>
          <p:nvPr/>
        </p:nvPicPr>
        <p:blipFill rotWithShape="1">
          <a:blip r:embed="rId2">
            <a:alphaModFix/>
          </a:blip>
          <a:srcRect/>
          <a:stretch/>
        </p:blipFill>
        <p:spPr>
          <a:xfrm>
            <a:off x="0" y="-25"/>
            <a:ext cx="9143957" cy="5143500"/>
          </a:xfrm>
          <a:prstGeom prst="rect">
            <a:avLst/>
          </a:prstGeom>
          <a:noFill/>
          <a:ln>
            <a:noFill/>
          </a:ln>
        </p:spPr>
      </p:pic>
      <p:sp>
        <p:nvSpPr>
          <p:cNvPr id="11" name="Google Shape;11;p63"/>
          <p:cNvSpPr txBox="1">
            <a:spLocks noGrp="1"/>
          </p:cNvSpPr>
          <p:nvPr>
            <p:ph type="ctrTitle"/>
          </p:nvPr>
        </p:nvSpPr>
        <p:spPr>
          <a:xfrm>
            <a:off x="685800" y="1991825"/>
            <a:ext cx="4539000" cy="1159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5000"/>
              <a:buNone/>
              <a:defRPr sz="5000"/>
            </a:lvl1pPr>
            <a:lvl2pPr lvl="1" algn="l">
              <a:lnSpc>
                <a:spcPct val="100000"/>
              </a:lnSpc>
              <a:spcBef>
                <a:spcPts val="0"/>
              </a:spcBef>
              <a:spcAft>
                <a:spcPts val="0"/>
              </a:spcAft>
              <a:buSzPts val="5000"/>
              <a:buNone/>
              <a:defRPr sz="5000"/>
            </a:lvl2pPr>
            <a:lvl3pPr lvl="2" algn="l">
              <a:lnSpc>
                <a:spcPct val="100000"/>
              </a:lnSpc>
              <a:spcBef>
                <a:spcPts val="0"/>
              </a:spcBef>
              <a:spcAft>
                <a:spcPts val="0"/>
              </a:spcAft>
              <a:buSzPts val="5000"/>
              <a:buNone/>
              <a:defRPr sz="5000"/>
            </a:lvl3pPr>
            <a:lvl4pPr lvl="3" algn="l">
              <a:lnSpc>
                <a:spcPct val="100000"/>
              </a:lnSpc>
              <a:spcBef>
                <a:spcPts val="0"/>
              </a:spcBef>
              <a:spcAft>
                <a:spcPts val="0"/>
              </a:spcAft>
              <a:buSzPts val="5000"/>
              <a:buNone/>
              <a:defRPr sz="5000"/>
            </a:lvl4pPr>
            <a:lvl5pPr lvl="4" algn="l">
              <a:lnSpc>
                <a:spcPct val="100000"/>
              </a:lnSpc>
              <a:spcBef>
                <a:spcPts val="0"/>
              </a:spcBef>
              <a:spcAft>
                <a:spcPts val="0"/>
              </a:spcAft>
              <a:buSzPts val="5000"/>
              <a:buNone/>
              <a:defRPr sz="5000"/>
            </a:lvl5pPr>
            <a:lvl6pPr lvl="5" algn="l">
              <a:lnSpc>
                <a:spcPct val="100000"/>
              </a:lnSpc>
              <a:spcBef>
                <a:spcPts val="0"/>
              </a:spcBef>
              <a:spcAft>
                <a:spcPts val="0"/>
              </a:spcAft>
              <a:buSzPts val="5000"/>
              <a:buNone/>
              <a:defRPr sz="5000"/>
            </a:lvl6pPr>
            <a:lvl7pPr lvl="6" algn="l">
              <a:lnSpc>
                <a:spcPct val="100000"/>
              </a:lnSpc>
              <a:spcBef>
                <a:spcPts val="0"/>
              </a:spcBef>
              <a:spcAft>
                <a:spcPts val="0"/>
              </a:spcAft>
              <a:buSzPts val="5000"/>
              <a:buNone/>
              <a:defRPr sz="5000"/>
            </a:lvl7pPr>
            <a:lvl8pPr lvl="7" algn="l">
              <a:lnSpc>
                <a:spcPct val="100000"/>
              </a:lnSpc>
              <a:spcBef>
                <a:spcPts val="0"/>
              </a:spcBef>
              <a:spcAft>
                <a:spcPts val="0"/>
              </a:spcAft>
              <a:buSzPts val="5000"/>
              <a:buNone/>
              <a:defRPr sz="5000"/>
            </a:lvl8pPr>
            <a:lvl9pPr lvl="8" algn="l">
              <a:lnSpc>
                <a:spcPct val="100000"/>
              </a:lnSpc>
              <a:spcBef>
                <a:spcPts val="0"/>
              </a:spcBef>
              <a:spcAft>
                <a:spcPts val="0"/>
              </a:spcAft>
              <a:buSzPts val="5000"/>
              <a:buNone/>
              <a:defRPr sz="5000"/>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12"/>
        <p:cNvGrpSpPr/>
        <p:nvPr/>
      </p:nvGrpSpPr>
      <p:grpSpPr>
        <a:xfrm>
          <a:off x="0" y="0"/>
          <a:ext cx="0" cy="0"/>
          <a:chOff x="0" y="0"/>
          <a:chExt cx="0" cy="0"/>
        </a:xfrm>
      </p:grpSpPr>
      <p:pic>
        <p:nvPicPr>
          <p:cNvPr id="13" name="Google Shape;13;p64"/>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14" name="Google Shape;14;p64"/>
          <p:cNvSpPr txBox="1">
            <a:spLocks noGrp="1"/>
          </p:cNvSpPr>
          <p:nvPr>
            <p:ph type="title"/>
          </p:nvPr>
        </p:nvSpPr>
        <p:spPr>
          <a:xfrm>
            <a:off x="580550" y="205975"/>
            <a:ext cx="6014400" cy="85740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15" name="Google Shape;15;p64"/>
          <p:cNvSpPr txBox="1">
            <a:spLocks noGrp="1"/>
          </p:cNvSpPr>
          <p:nvPr>
            <p:ph type="body" idx="1"/>
          </p:nvPr>
        </p:nvSpPr>
        <p:spPr>
          <a:xfrm>
            <a:off x="580550" y="1352550"/>
            <a:ext cx="6014400" cy="3161700"/>
          </a:xfrm>
          <a:prstGeom prst="rect">
            <a:avLst/>
          </a:prstGeom>
          <a:noFill/>
          <a:ln>
            <a:noFill/>
          </a:ln>
        </p:spPr>
        <p:txBody>
          <a:bodyPr spcFirstLastPara="1" wrap="square" lIns="0" tIns="0" rIns="0" bIns="0" anchor="t" anchorCtr="0">
            <a:noAutofit/>
          </a:bodyPr>
          <a:lstStyle>
            <a:lvl1pPr marL="457200" lvl="0" indent="-381000" algn="l">
              <a:lnSpc>
                <a:spcPct val="115000"/>
              </a:lnSpc>
              <a:spcBef>
                <a:spcPts val="600"/>
              </a:spcBef>
              <a:spcAft>
                <a:spcPts val="0"/>
              </a:spcAft>
              <a:buSzPts val="2400"/>
              <a:buChar char="⬡"/>
              <a:defRPr/>
            </a:lvl1pPr>
            <a:lvl2pPr marL="914400" lvl="1" indent="-381000" algn="l">
              <a:lnSpc>
                <a:spcPct val="115000"/>
              </a:lnSpc>
              <a:spcBef>
                <a:spcPts val="0"/>
              </a:spcBef>
              <a:spcAft>
                <a:spcPts val="0"/>
              </a:spcAft>
              <a:buSzPts val="2400"/>
              <a:buChar char="∙"/>
              <a:defRPr/>
            </a:lvl2pPr>
            <a:lvl3pPr marL="1371600" lvl="2" indent="-381000" algn="l">
              <a:lnSpc>
                <a:spcPct val="115000"/>
              </a:lnSpc>
              <a:spcBef>
                <a:spcPts val="0"/>
              </a:spcBef>
              <a:spcAft>
                <a:spcPts val="0"/>
              </a:spcAft>
              <a:buSzPts val="2400"/>
              <a:buChar char="∙"/>
              <a:defRPr/>
            </a:lvl3pPr>
            <a:lvl4pPr marL="1828800" lvl="3" indent="-381000" algn="l">
              <a:lnSpc>
                <a:spcPct val="115000"/>
              </a:lnSpc>
              <a:spcBef>
                <a:spcPts val="0"/>
              </a:spcBef>
              <a:spcAft>
                <a:spcPts val="0"/>
              </a:spcAft>
              <a:buSzPts val="2400"/>
              <a:buChar char="●"/>
              <a:defRPr/>
            </a:lvl4pPr>
            <a:lvl5pPr marL="2286000" lvl="4" indent="-381000" algn="l">
              <a:lnSpc>
                <a:spcPct val="115000"/>
              </a:lnSpc>
              <a:spcBef>
                <a:spcPts val="0"/>
              </a:spcBef>
              <a:spcAft>
                <a:spcPts val="0"/>
              </a:spcAft>
              <a:buSzPts val="2400"/>
              <a:buChar char="○"/>
              <a:defRPr/>
            </a:lvl5pPr>
            <a:lvl6pPr marL="2743200" lvl="5" indent="-381000" algn="l">
              <a:lnSpc>
                <a:spcPct val="115000"/>
              </a:lnSpc>
              <a:spcBef>
                <a:spcPts val="0"/>
              </a:spcBef>
              <a:spcAft>
                <a:spcPts val="0"/>
              </a:spcAft>
              <a:buSzPts val="2400"/>
              <a:buChar char="■"/>
              <a:defRPr/>
            </a:lvl6pPr>
            <a:lvl7pPr marL="3200400" lvl="6" indent="-381000" algn="l">
              <a:lnSpc>
                <a:spcPct val="115000"/>
              </a:lnSpc>
              <a:spcBef>
                <a:spcPts val="0"/>
              </a:spcBef>
              <a:spcAft>
                <a:spcPts val="0"/>
              </a:spcAft>
              <a:buSzPts val="2400"/>
              <a:buChar char="●"/>
              <a:defRPr/>
            </a:lvl7pPr>
            <a:lvl8pPr marL="3657600" lvl="7" indent="-381000" algn="l">
              <a:lnSpc>
                <a:spcPct val="115000"/>
              </a:lnSpc>
              <a:spcBef>
                <a:spcPts val="0"/>
              </a:spcBef>
              <a:spcAft>
                <a:spcPts val="0"/>
              </a:spcAft>
              <a:buSzPts val="2400"/>
              <a:buChar char="○"/>
              <a:defRPr/>
            </a:lvl8pPr>
            <a:lvl9pPr marL="4114800" lvl="8" indent="-381000" algn="l">
              <a:lnSpc>
                <a:spcPct val="115000"/>
              </a:lnSpc>
              <a:spcBef>
                <a:spcPts val="0"/>
              </a:spcBef>
              <a:spcAft>
                <a:spcPts val="0"/>
              </a:spcAft>
              <a:buSzPts val="2400"/>
              <a:buChar char="■"/>
              <a:defRPr/>
            </a:lvl9pPr>
          </a:lstStyle>
          <a:p>
            <a:endParaRPr/>
          </a:p>
        </p:txBody>
      </p:sp>
      <p:sp>
        <p:nvSpPr>
          <p:cNvPr id="16" name="Google Shape;16;p64"/>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exend Deca"/>
                <a:ea typeface="Lexend Deca"/>
                <a:cs typeface="Lexend Deca"/>
                <a:sym typeface="Lexend Deca"/>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exend Deca"/>
                <a:ea typeface="Lexend Deca"/>
                <a:cs typeface="Lexend Deca"/>
                <a:sym typeface="Lexend Deca"/>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exend Deca"/>
                <a:ea typeface="Lexend Deca"/>
                <a:cs typeface="Lexend Deca"/>
                <a:sym typeface="Lexend Deca"/>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exend Deca"/>
                <a:ea typeface="Lexend Deca"/>
                <a:cs typeface="Lexend Deca"/>
                <a:sym typeface="Lexend Deca"/>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exend Deca"/>
                <a:ea typeface="Lexend Deca"/>
                <a:cs typeface="Lexend Deca"/>
                <a:sym typeface="Lexend Deca"/>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exend Deca"/>
                <a:ea typeface="Lexend Deca"/>
                <a:cs typeface="Lexend Deca"/>
                <a:sym typeface="Lexend Deca"/>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exend Deca"/>
                <a:ea typeface="Lexend Deca"/>
                <a:cs typeface="Lexend Deca"/>
                <a:sym typeface="Lexend Deca"/>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exend Deca"/>
                <a:ea typeface="Lexend Deca"/>
                <a:cs typeface="Lexend Deca"/>
                <a:sym typeface="Lexend Deca"/>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exend Deca"/>
                <a:ea typeface="Lexend Deca"/>
                <a:cs typeface="Lexend Deca"/>
                <a:sym typeface="Lexend Dec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7"/>
        <p:cNvGrpSpPr/>
        <p:nvPr/>
      </p:nvGrpSpPr>
      <p:grpSpPr>
        <a:xfrm>
          <a:off x="0" y="0"/>
          <a:ext cx="0" cy="0"/>
          <a:chOff x="0" y="0"/>
          <a:chExt cx="0" cy="0"/>
        </a:xfrm>
      </p:grpSpPr>
      <p:pic>
        <p:nvPicPr>
          <p:cNvPr id="18" name="Google Shape;18;p65"/>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19" name="Google Shape;19;p65"/>
          <p:cNvSpPr txBox="1">
            <a:spLocks noGrp="1"/>
          </p:cNvSpPr>
          <p:nvPr>
            <p:ph type="ctrTitle"/>
          </p:nvPr>
        </p:nvSpPr>
        <p:spPr>
          <a:xfrm>
            <a:off x="685800" y="1659550"/>
            <a:ext cx="4263900" cy="115980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20" name="Google Shape;20;p65"/>
          <p:cNvSpPr txBox="1">
            <a:spLocks noGrp="1"/>
          </p:cNvSpPr>
          <p:nvPr>
            <p:ph type="subTitle" idx="1"/>
          </p:nvPr>
        </p:nvSpPr>
        <p:spPr>
          <a:xfrm>
            <a:off x="685800" y="2916254"/>
            <a:ext cx="4263900" cy="7848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chemeClr val="accent4"/>
              </a:buClr>
              <a:buSzPts val="1800"/>
              <a:buNone/>
              <a:defRPr sz="1800">
                <a:solidFill>
                  <a:schemeClr val="accent4"/>
                </a:solidFill>
              </a:defRPr>
            </a:lvl1pPr>
            <a:lvl2pPr lvl="1" algn="l">
              <a:lnSpc>
                <a:spcPct val="115000"/>
              </a:lnSpc>
              <a:spcBef>
                <a:spcPts val="0"/>
              </a:spcBef>
              <a:spcAft>
                <a:spcPts val="0"/>
              </a:spcAft>
              <a:buClr>
                <a:schemeClr val="accent4"/>
              </a:buClr>
              <a:buSzPts val="1800"/>
              <a:buNone/>
              <a:defRPr sz="1800">
                <a:solidFill>
                  <a:schemeClr val="accent4"/>
                </a:solidFill>
              </a:defRPr>
            </a:lvl2pPr>
            <a:lvl3pPr lvl="2" algn="l">
              <a:lnSpc>
                <a:spcPct val="115000"/>
              </a:lnSpc>
              <a:spcBef>
                <a:spcPts val="0"/>
              </a:spcBef>
              <a:spcAft>
                <a:spcPts val="0"/>
              </a:spcAft>
              <a:buClr>
                <a:schemeClr val="accent4"/>
              </a:buClr>
              <a:buSzPts val="1800"/>
              <a:buNone/>
              <a:defRPr sz="1800">
                <a:solidFill>
                  <a:schemeClr val="accent4"/>
                </a:solidFill>
              </a:defRPr>
            </a:lvl3pPr>
            <a:lvl4pPr lvl="3" algn="l">
              <a:lnSpc>
                <a:spcPct val="115000"/>
              </a:lnSpc>
              <a:spcBef>
                <a:spcPts val="0"/>
              </a:spcBef>
              <a:spcAft>
                <a:spcPts val="0"/>
              </a:spcAft>
              <a:buClr>
                <a:schemeClr val="accent4"/>
              </a:buClr>
              <a:buSzPts val="1800"/>
              <a:buNone/>
              <a:defRPr sz="1800">
                <a:solidFill>
                  <a:schemeClr val="accent4"/>
                </a:solidFill>
              </a:defRPr>
            </a:lvl4pPr>
            <a:lvl5pPr lvl="4" algn="l">
              <a:lnSpc>
                <a:spcPct val="115000"/>
              </a:lnSpc>
              <a:spcBef>
                <a:spcPts val="0"/>
              </a:spcBef>
              <a:spcAft>
                <a:spcPts val="0"/>
              </a:spcAft>
              <a:buClr>
                <a:schemeClr val="accent4"/>
              </a:buClr>
              <a:buSzPts val="1800"/>
              <a:buNone/>
              <a:defRPr sz="1800">
                <a:solidFill>
                  <a:schemeClr val="accent4"/>
                </a:solidFill>
              </a:defRPr>
            </a:lvl5pPr>
            <a:lvl6pPr lvl="5" algn="l">
              <a:lnSpc>
                <a:spcPct val="115000"/>
              </a:lnSpc>
              <a:spcBef>
                <a:spcPts val="0"/>
              </a:spcBef>
              <a:spcAft>
                <a:spcPts val="0"/>
              </a:spcAft>
              <a:buClr>
                <a:schemeClr val="accent4"/>
              </a:buClr>
              <a:buSzPts val="1800"/>
              <a:buNone/>
              <a:defRPr sz="1800">
                <a:solidFill>
                  <a:schemeClr val="accent4"/>
                </a:solidFill>
              </a:defRPr>
            </a:lvl6pPr>
            <a:lvl7pPr lvl="6" algn="l">
              <a:lnSpc>
                <a:spcPct val="115000"/>
              </a:lnSpc>
              <a:spcBef>
                <a:spcPts val="0"/>
              </a:spcBef>
              <a:spcAft>
                <a:spcPts val="0"/>
              </a:spcAft>
              <a:buClr>
                <a:schemeClr val="accent4"/>
              </a:buClr>
              <a:buSzPts val="1800"/>
              <a:buNone/>
              <a:defRPr sz="1800">
                <a:solidFill>
                  <a:schemeClr val="accent4"/>
                </a:solidFill>
              </a:defRPr>
            </a:lvl7pPr>
            <a:lvl8pPr lvl="7" algn="l">
              <a:lnSpc>
                <a:spcPct val="115000"/>
              </a:lnSpc>
              <a:spcBef>
                <a:spcPts val="0"/>
              </a:spcBef>
              <a:spcAft>
                <a:spcPts val="0"/>
              </a:spcAft>
              <a:buClr>
                <a:schemeClr val="accent4"/>
              </a:buClr>
              <a:buSzPts val="1800"/>
              <a:buNone/>
              <a:defRPr sz="1800">
                <a:solidFill>
                  <a:schemeClr val="accent4"/>
                </a:solidFill>
              </a:defRPr>
            </a:lvl8pPr>
            <a:lvl9pPr lvl="8" algn="l">
              <a:lnSpc>
                <a:spcPct val="115000"/>
              </a:lnSpc>
              <a:spcBef>
                <a:spcPts val="0"/>
              </a:spcBef>
              <a:spcAft>
                <a:spcPts val="0"/>
              </a:spcAft>
              <a:buClr>
                <a:schemeClr val="accent4"/>
              </a:buClr>
              <a:buSzPts val="1800"/>
              <a:buNone/>
              <a:defRPr sz="1800">
                <a:solidFill>
                  <a:schemeClr val="accent4"/>
                </a:solidFil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gradFill>
          <a:gsLst>
            <a:gs pos="0">
              <a:srgbClr val="A458FF"/>
            </a:gs>
            <a:gs pos="39000">
              <a:srgbClr val="3544FF"/>
            </a:gs>
            <a:gs pos="100000">
              <a:srgbClr val="0A2F9E"/>
            </a:gs>
          </a:gsLst>
          <a:lin ang="8100019" scaled="0"/>
        </a:gradFill>
        <a:effectLst/>
      </p:bgPr>
    </p:bg>
    <p:spTree>
      <p:nvGrpSpPr>
        <p:cNvPr id="1" name="Shape 5"/>
        <p:cNvGrpSpPr/>
        <p:nvPr/>
      </p:nvGrpSpPr>
      <p:grpSpPr>
        <a:xfrm>
          <a:off x="0" y="0"/>
          <a:ext cx="0" cy="0"/>
          <a:chOff x="0" y="0"/>
          <a:chExt cx="0" cy="0"/>
        </a:xfrm>
      </p:grpSpPr>
      <p:sp>
        <p:nvSpPr>
          <p:cNvPr id="6" name="Google Shape;6;p62"/>
          <p:cNvSpPr txBox="1">
            <a:spLocks noGrp="1"/>
          </p:cNvSpPr>
          <p:nvPr>
            <p:ph type="title"/>
          </p:nvPr>
        </p:nvSpPr>
        <p:spPr>
          <a:xfrm>
            <a:off x="580550" y="205975"/>
            <a:ext cx="6014400" cy="8574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endParaRPr/>
          </a:p>
        </p:txBody>
      </p:sp>
      <p:sp>
        <p:nvSpPr>
          <p:cNvPr id="7" name="Google Shape;7;p62"/>
          <p:cNvSpPr txBox="1">
            <a:spLocks noGrp="1"/>
          </p:cNvSpPr>
          <p:nvPr>
            <p:ph type="body" idx="1"/>
          </p:nvPr>
        </p:nvSpPr>
        <p:spPr>
          <a:xfrm>
            <a:off x="580550" y="1352550"/>
            <a:ext cx="6014400" cy="3161700"/>
          </a:xfrm>
          <a:prstGeom prst="rect">
            <a:avLst/>
          </a:prstGeom>
          <a:noFill/>
          <a:ln>
            <a:noFill/>
          </a:ln>
        </p:spPr>
        <p:txBody>
          <a:bodyPr spcFirstLastPara="1" wrap="square" lIns="0" tIns="0" rIns="0" bIns="0" anchor="t" anchorCtr="0">
            <a:noAutofit/>
          </a:bodyPr>
          <a:lstStyle>
            <a:lvl1pPr marL="457200" marR="0" lvl="0" indent="-342900" algn="l" rtl="0">
              <a:lnSpc>
                <a:spcPct val="115000"/>
              </a:lnSpc>
              <a:spcBef>
                <a:spcPts val="600"/>
              </a:spcBef>
              <a:spcAft>
                <a:spcPts val="0"/>
              </a:spcAft>
              <a:buClr>
                <a:schemeClr val="accent5"/>
              </a:buClr>
              <a:buSzPts val="1800"/>
              <a:buFont typeface="Arial"/>
              <a:buChar char="⬡"/>
              <a:defRPr sz="2400" b="0" i="0" u="none" strike="noStrike" cap="none">
                <a:solidFill>
                  <a:schemeClr val="lt1"/>
                </a:solidFill>
                <a:latin typeface="Arial"/>
                <a:ea typeface="Arial"/>
                <a:cs typeface="Arial"/>
                <a:sym typeface="Arial"/>
              </a:defRPr>
            </a:lvl1pPr>
            <a:lvl2pPr marL="914400" marR="0" lvl="1" indent="-381000" algn="l" rtl="0">
              <a:lnSpc>
                <a:spcPct val="115000"/>
              </a:lnSpc>
              <a:spcBef>
                <a:spcPts val="0"/>
              </a:spcBef>
              <a:spcAft>
                <a:spcPts val="0"/>
              </a:spcAft>
              <a:buClr>
                <a:schemeClr val="accent5"/>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81000" algn="l" rtl="0">
              <a:lnSpc>
                <a:spcPct val="115000"/>
              </a:lnSpc>
              <a:spcBef>
                <a:spcPts val="0"/>
              </a:spcBef>
              <a:spcAft>
                <a:spcPts val="0"/>
              </a:spcAft>
              <a:buClr>
                <a:schemeClr val="accent5"/>
              </a:buClr>
              <a:buSzPts val="2400"/>
              <a:buFont typeface="Arial"/>
              <a:buChar char="∙"/>
              <a:defRPr sz="2400" b="0" i="0" u="none" strike="noStrike" cap="none">
                <a:solidFill>
                  <a:schemeClr val="lt1"/>
                </a:solidFill>
                <a:latin typeface="Arial"/>
                <a:ea typeface="Arial"/>
                <a:cs typeface="Arial"/>
                <a:sym typeface="Arial"/>
              </a:defRPr>
            </a:lvl3pPr>
            <a:lvl4pPr marL="1828800" marR="0" lvl="3" indent="-381000" algn="l" rtl="0">
              <a:lnSpc>
                <a:spcPct val="115000"/>
              </a:lnSpc>
              <a:spcBef>
                <a:spcPts val="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4pPr>
            <a:lvl5pPr marL="2286000" marR="0" lvl="4" indent="-381000" algn="l" rtl="0">
              <a:lnSpc>
                <a:spcPct val="115000"/>
              </a:lnSpc>
              <a:spcBef>
                <a:spcPts val="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5pPr>
            <a:lvl6pPr marL="2743200" marR="0" lvl="5" indent="-381000" algn="l" rtl="0">
              <a:lnSpc>
                <a:spcPct val="115000"/>
              </a:lnSpc>
              <a:spcBef>
                <a:spcPts val="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6pPr>
            <a:lvl7pPr marL="3200400" marR="0" lvl="6" indent="-381000" algn="l" rtl="0">
              <a:lnSpc>
                <a:spcPct val="115000"/>
              </a:lnSpc>
              <a:spcBef>
                <a:spcPts val="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7pPr>
            <a:lvl8pPr marL="3657600" marR="0" lvl="7" indent="-381000" algn="l" rtl="0">
              <a:lnSpc>
                <a:spcPct val="115000"/>
              </a:lnSpc>
              <a:spcBef>
                <a:spcPts val="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8pPr>
            <a:lvl9pPr marL="4114800" marR="0" lvl="8" indent="-381000" algn="l" rtl="0">
              <a:lnSpc>
                <a:spcPct val="115000"/>
              </a:lnSpc>
              <a:spcBef>
                <a:spcPts val="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9pPr>
          </a:lstStyle>
          <a:p>
            <a:endParaRPr/>
          </a:p>
        </p:txBody>
      </p:sp>
      <p:sp>
        <p:nvSpPr>
          <p:cNvPr id="8" name="Google Shape;8;p62"/>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Lexend Deca"/>
                <a:ea typeface="Lexend Deca"/>
                <a:cs typeface="Lexend Deca"/>
                <a:sym typeface="Lexend Deca"/>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Lexend Deca"/>
                <a:ea typeface="Lexend Deca"/>
                <a:cs typeface="Lexend Deca"/>
                <a:sym typeface="Lexend Deca"/>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Lexend Deca"/>
                <a:ea typeface="Lexend Deca"/>
                <a:cs typeface="Lexend Deca"/>
                <a:sym typeface="Lexend Deca"/>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Lexend Deca"/>
                <a:ea typeface="Lexend Deca"/>
                <a:cs typeface="Lexend Deca"/>
                <a:sym typeface="Lexend Deca"/>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Lexend Deca"/>
                <a:ea typeface="Lexend Deca"/>
                <a:cs typeface="Lexend Deca"/>
                <a:sym typeface="Lexend Deca"/>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Lexend Deca"/>
                <a:ea typeface="Lexend Deca"/>
                <a:cs typeface="Lexend Deca"/>
                <a:sym typeface="Lexend Deca"/>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Lexend Deca"/>
                <a:ea typeface="Lexend Deca"/>
                <a:cs typeface="Lexend Deca"/>
                <a:sym typeface="Lexend Deca"/>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Lexend Deca"/>
                <a:ea typeface="Lexend Deca"/>
                <a:cs typeface="Lexend Deca"/>
                <a:sym typeface="Lexend Deca"/>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lt1"/>
                </a:solidFill>
                <a:latin typeface="Lexend Deca"/>
                <a:ea typeface="Lexend Deca"/>
                <a:cs typeface="Lexend Deca"/>
                <a:sym typeface="Lexend Deca"/>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12.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12.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hyperlink" Target="https://chrome.google.com/webstore/detail/json-viewer/gbmdgpbipfallnflgajpaliibnhdgobh" TargetMode="External"/><Relationship Id="rId5" Type="http://schemas.openxmlformats.org/officeDocument/2006/relationships/image" Target="../media/image12.pn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hyperlink" Target="https://www.postman.com/" TargetMode="External"/><Relationship Id="rId5" Type="http://schemas.openxmlformats.org/officeDocument/2006/relationships/image" Target="../media/image12.png"/><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12.pn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12.pn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1.png"/><Relationship Id="rId2" Type="http://schemas.openxmlformats.org/officeDocument/2006/relationships/notesSlide" Target="../notesSlides/notesSlide39.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43.jp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5.png"/><Relationship Id="rId2" Type="http://schemas.openxmlformats.org/officeDocument/2006/relationships/notesSlide" Target="../notesSlides/notesSlide45.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49.xml"/><Relationship Id="rId1" Type="http://schemas.openxmlformats.org/officeDocument/2006/relationships/slideLayout" Target="../slideLayouts/slideLayout3.xml"/><Relationship Id="rId6" Type="http://schemas.openxmlformats.org/officeDocument/2006/relationships/image" Target="../media/image47.jpg"/><Relationship Id="rId5" Type="http://schemas.openxmlformats.org/officeDocument/2006/relationships/image" Target="../media/image12.png"/><Relationship Id="rId4" Type="http://schemas.openxmlformats.org/officeDocument/2006/relationships/image" Target="../media/image11.png"/></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0.xml"/><Relationship Id="rId1" Type="http://schemas.openxmlformats.org/officeDocument/2006/relationships/slideLayout" Target="../slideLayouts/slideLayout3.xml"/><Relationship Id="rId6" Type="http://schemas.openxmlformats.org/officeDocument/2006/relationships/image" Target="../media/image48.png"/><Relationship Id="rId5" Type="http://schemas.openxmlformats.org/officeDocument/2006/relationships/image" Target="../media/image12.png"/><Relationship Id="rId4" Type="http://schemas.openxmlformats.org/officeDocument/2006/relationships/image" Target="../media/image11.png"/></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1.xml"/><Relationship Id="rId1" Type="http://schemas.openxmlformats.org/officeDocument/2006/relationships/slideLayout" Target="../slideLayouts/slideLayout3.xml"/><Relationship Id="rId6" Type="http://schemas.openxmlformats.org/officeDocument/2006/relationships/image" Target="../media/image49.jpg"/><Relationship Id="rId5" Type="http://schemas.openxmlformats.org/officeDocument/2006/relationships/image" Target="../media/image12.png"/><Relationship Id="rId4" Type="http://schemas.openxmlformats.org/officeDocument/2006/relationships/image" Target="../media/image11.png"/></Relationships>
</file>

<file path=ppt/slides/_rels/slide52.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10.png"/><Relationship Id="rId7" Type="http://schemas.openxmlformats.org/officeDocument/2006/relationships/image" Target="../media/image52.png"/><Relationship Id="rId2" Type="http://schemas.openxmlformats.org/officeDocument/2006/relationships/notesSlide" Target="../notesSlides/notesSlide55.xml"/><Relationship Id="rId1" Type="http://schemas.openxmlformats.org/officeDocument/2006/relationships/slideLayout" Target="../slideLayouts/slideLayout3.xml"/><Relationship Id="rId6" Type="http://schemas.openxmlformats.org/officeDocument/2006/relationships/image" Target="../media/image51.png"/><Relationship Id="rId5" Type="http://schemas.openxmlformats.org/officeDocument/2006/relationships/image" Target="../media/image12.png"/><Relationship Id="rId4" Type="http://schemas.openxmlformats.org/officeDocument/2006/relationships/image" Target="../media/image11.png"/></Relationships>
</file>

<file path=ppt/slides/_rels/slide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6.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5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5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8.xml"/><Relationship Id="rId1" Type="http://schemas.openxmlformats.org/officeDocument/2006/relationships/slideLayout" Target="../slideLayouts/slideLayout3.xml"/><Relationship Id="rId6" Type="http://schemas.openxmlformats.org/officeDocument/2006/relationships/image" Target="../media/image57.png"/><Relationship Id="rId5" Type="http://schemas.openxmlformats.org/officeDocument/2006/relationships/image" Target="../media/image12.png"/><Relationship Id="rId4" Type="http://schemas.openxmlformats.org/officeDocument/2006/relationships/image" Target="../media/image11.png"/></Relationships>
</file>

<file path=ppt/slides/_rels/slide6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9.xml"/><Relationship Id="rId1" Type="http://schemas.openxmlformats.org/officeDocument/2006/relationships/slideLayout" Target="../slideLayouts/slideLayout3.xml"/><Relationship Id="rId6" Type="http://schemas.openxmlformats.org/officeDocument/2006/relationships/image" Target="../media/image58.jpg"/><Relationship Id="rId5" Type="http://schemas.openxmlformats.org/officeDocument/2006/relationships/image" Target="../media/image12.png"/><Relationship Id="rId4" Type="http://schemas.openxmlformats.org/officeDocument/2006/relationships/image" Target="../media/image11.png"/></Relationships>
</file>

<file path=ppt/slides/_rels/slide6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0.xml"/><Relationship Id="rId1" Type="http://schemas.openxmlformats.org/officeDocument/2006/relationships/slideLayout" Target="../slideLayouts/slideLayout3.xml"/><Relationship Id="rId6" Type="http://schemas.openxmlformats.org/officeDocument/2006/relationships/image" Target="../media/image59.jpg"/><Relationship Id="rId5" Type="http://schemas.openxmlformats.org/officeDocument/2006/relationships/image" Target="../media/image12.png"/><Relationship Id="rId4" Type="http://schemas.openxmlformats.org/officeDocument/2006/relationships/image" Target="../media/image11.png"/></Relationships>
</file>

<file path=ppt/slides/_rels/slide6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1.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6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2.xml"/><Relationship Id="rId1" Type="http://schemas.openxmlformats.org/officeDocument/2006/relationships/slideLayout" Target="../slideLayouts/slideLayout3.xml"/><Relationship Id="rId6" Type="http://schemas.openxmlformats.org/officeDocument/2006/relationships/image" Target="../media/image60.jpg"/><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
        <p:cNvGrpSpPr/>
        <p:nvPr/>
      </p:nvGrpSpPr>
      <p:grpSpPr>
        <a:xfrm>
          <a:off x="0" y="0"/>
          <a:ext cx="0" cy="0"/>
          <a:chOff x="0" y="0"/>
          <a:chExt cx="0" cy="0"/>
        </a:xfrm>
      </p:grpSpPr>
      <p:sp>
        <p:nvSpPr>
          <p:cNvPr id="25" name="Google Shape;25;p1"/>
          <p:cNvSpPr txBox="1">
            <a:spLocks noGrp="1"/>
          </p:cNvSpPr>
          <p:nvPr>
            <p:ph type="ctrTitle"/>
          </p:nvPr>
        </p:nvSpPr>
        <p:spPr>
          <a:xfrm>
            <a:off x="436725" y="1935143"/>
            <a:ext cx="5120640" cy="1159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5000"/>
              <a:buNone/>
            </a:pPr>
            <a:r>
              <a:rPr lang="en-US" sz="4400"/>
              <a:t>Data Collecting</a:t>
            </a:r>
            <a:endParaRPr sz="4400"/>
          </a:p>
        </p:txBody>
      </p:sp>
      <p:pic>
        <p:nvPicPr>
          <p:cNvPr id="26" name="Google Shape;26;p1"/>
          <p:cNvPicPr preferRelativeResize="0"/>
          <p:nvPr/>
        </p:nvPicPr>
        <p:blipFill rotWithShape="1">
          <a:blip r:embed="rId3">
            <a:alphaModFix/>
          </a:blip>
          <a:srcRect/>
          <a:stretch/>
        </p:blipFill>
        <p:spPr>
          <a:xfrm>
            <a:off x="5320814" y="378324"/>
            <a:ext cx="662500" cy="726550"/>
          </a:xfrm>
          <a:prstGeom prst="rect">
            <a:avLst/>
          </a:prstGeom>
          <a:noFill/>
          <a:ln>
            <a:noFill/>
          </a:ln>
        </p:spPr>
      </p:pic>
      <p:pic>
        <p:nvPicPr>
          <p:cNvPr id="27" name="Google Shape;27;p1"/>
          <p:cNvPicPr preferRelativeResize="0"/>
          <p:nvPr/>
        </p:nvPicPr>
        <p:blipFill rotWithShape="1">
          <a:blip r:embed="rId4">
            <a:alphaModFix/>
          </a:blip>
          <a:srcRect/>
          <a:stretch/>
        </p:blipFill>
        <p:spPr>
          <a:xfrm>
            <a:off x="7593770" y="884611"/>
            <a:ext cx="482075" cy="525200"/>
          </a:xfrm>
          <a:prstGeom prst="rect">
            <a:avLst/>
          </a:prstGeom>
          <a:noFill/>
          <a:ln>
            <a:noFill/>
          </a:ln>
        </p:spPr>
      </p:pic>
      <p:pic>
        <p:nvPicPr>
          <p:cNvPr id="28" name="Google Shape;28;p1"/>
          <p:cNvPicPr preferRelativeResize="0"/>
          <p:nvPr/>
        </p:nvPicPr>
        <p:blipFill rotWithShape="1">
          <a:blip r:embed="rId5">
            <a:alphaModFix/>
          </a:blip>
          <a:srcRect/>
          <a:stretch/>
        </p:blipFill>
        <p:spPr>
          <a:xfrm>
            <a:off x="5621692" y="4034576"/>
            <a:ext cx="586165" cy="686300"/>
          </a:xfrm>
          <a:prstGeom prst="rect">
            <a:avLst/>
          </a:prstGeom>
          <a:noFill/>
          <a:ln>
            <a:noFill/>
          </a:ln>
        </p:spPr>
      </p:pic>
      <p:pic>
        <p:nvPicPr>
          <p:cNvPr id="29" name="Google Shape;29;p1"/>
          <p:cNvPicPr preferRelativeResize="0"/>
          <p:nvPr/>
        </p:nvPicPr>
        <p:blipFill rotWithShape="1">
          <a:blip r:embed="rId6">
            <a:alphaModFix/>
          </a:blip>
          <a:srcRect/>
          <a:stretch/>
        </p:blipFill>
        <p:spPr>
          <a:xfrm>
            <a:off x="8404399" y="3624439"/>
            <a:ext cx="321850" cy="448425"/>
          </a:xfrm>
          <a:prstGeom prst="rect">
            <a:avLst/>
          </a:prstGeom>
          <a:noFill/>
          <a:ln>
            <a:noFill/>
          </a:ln>
        </p:spPr>
      </p:pic>
      <p:pic>
        <p:nvPicPr>
          <p:cNvPr id="30" name="Google Shape;30;p1"/>
          <p:cNvPicPr preferRelativeResize="0"/>
          <p:nvPr/>
        </p:nvPicPr>
        <p:blipFill rotWithShape="1">
          <a:blip r:embed="rId6">
            <a:alphaModFix/>
          </a:blip>
          <a:srcRect/>
          <a:stretch/>
        </p:blipFill>
        <p:spPr>
          <a:xfrm>
            <a:off x="8664593" y="3757882"/>
            <a:ext cx="321850" cy="448425"/>
          </a:xfrm>
          <a:prstGeom prst="rect">
            <a:avLst/>
          </a:prstGeom>
          <a:noFill/>
          <a:ln>
            <a:noFill/>
          </a:ln>
        </p:spPr>
      </p:pic>
      <p:pic>
        <p:nvPicPr>
          <p:cNvPr id="31" name="Google Shape;31;p1"/>
          <p:cNvPicPr preferRelativeResize="0"/>
          <p:nvPr/>
        </p:nvPicPr>
        <p:blipFill rotWithShape="1">
          <a:blip r:embed="rId7">
            <a:alphaModFix/>
          </a:blip>
          <a:srcRect/>
          <a:stretch/>
        </p:blipFill>
        <p:spPr>
          <a:xfrm>
            <a:off x="5272973" y="568438"/>
            <a:ext cx="3292350" cy="305600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2"/>
          <p:cNvSpPr txBox="1">
            <a:spLocks noGrp="1"/>
          </p:cNvSpPr>
          <p:nvPr>
            <p:ph type="title"/>
          </p:nvPr>
        </p:nvSpPr>
        <p:spPr>
          <a:xfrm>
            <a:off x="580550" y="205975"/>
            <a:ext cx="6014400" cy="85740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SzPts val="3200"/>
              <a:buNone/>
            </a:pPr>
            <a:r>
              <a:rPr lang="en-US"/>
              <a:t>Data Collection:</a:t>
            </a:r>
            <a:endParaRPr/>
          </a:p>
        </p:txBody>
      </p:sp>
      <p:sp>
        <p:nvSpPr>
          <p:cNvPr id="37" name="Google Shape;37;p2"/>
          <p:cNvSpPr txBox="1">
            <a:spLocks noGrp="1"/>
          </p:cNvSpPr>
          <p:nvPr>
            <p:ph type="body" idx="1"/>
          </p:nvPr>
        </p:nvSpPr>
        <p:spPr>
          <a:xfrm>
            <a:off x="580550" y="1352549"/>
            <a:ext cx="7797906" cy="3397301"/>
          </a:xfrm>
          <a:prstGeom prst="rect">
            <a:avLst/>
          </a:prstGeom>
          <a:noFill/>
          <a:ln>
            <a:noFill/>
          </a:ln>
        </p:spPr>
        <p:txBody>
          <a:bodyPr spcFirstLastPara="1" wrap="square" lIns="0" tIns="0" rIns="0" bIns="0" anchor="t" anchorCtr="0">
            <a:noAutofit/>
          </a:bodyPr>
          <a:lstStyle/>
          <a:p>
            <a:pPr marL="457200" lvl="0" indent="-381000" algn="l" rtl="0">
              <a:lnSpc>
                <a:spcPct val="115000"/>
              </a:lnSpc>
              <a:spcBef>
                <a:spcPts val="600"/>
              </a:spcBef>
              <a:spcAft>
                <a:spcPts val="0"/>
              </a:spcAft>
              <a:buSzPts val="2400"/>
              <a:buChar char="⬡"/>
            </a:pPr>
            <a:r>
              <a:rPr lang="en-US" sz="2000"/>
              <a:t>Is the process of collecting, measuring and analyzing different types of information using a set of standard validated techniques. </a:t>
            </a:r>
            <a:endParaRPr/>
          </a:p>
          <a:p>
            <a:pPr marL="457200" lvl="0" indent="-381000" algn="l" rtl="0">
              <a:lnSpc>
                <a:spcPct val="115000"/>
              </a:lnSpc>
              <a:spcBef>
                <a:spcPts val="600"/>
              </a:spcBef>
              <a:spcAft>
                <a:spcPts val="0"/>
              </a:spcAft>
              <a:buSzPts val="2400"/>
              <a:buChar char="⬡"/>
            </a:pPr>
            <a:r>
              <a:rPr lang="en-US" sz="2000"/>
              <a:t>The main objective of data collection is to gather information-rich and reliable data and analyze them to make critical business decisions.</a:t>
            </a:r>
            <a:endParaRPr/>
          </a:p>
          <a:p>
            <a:pPr marL="457200" lvl="0" indent="-381000" algn="l" rtl="0">
              <a:lnSpc>
                <a:spcPct val="115000"/>
              </a:lnSpc>
              <a:spcBef>
                <a:spcPts val="600"/>
              </a:spcBef>
              <a:spcAft>
                <a:spcPts val="0"/>
              </a:spcAft>
              <a:buSzPts val="2400"/>
              <a:buChar char="⬡"/>
            </a:pPr>
            <a:r>
              <a:rPr lang="en-US" sz="2000"/>
              <a:t> Once the data is collected, it goes through a rigorous process of data cleaning and data processing to make this data truly useful for businesses. </a:t>
            </a:r>
            <a:endParaRPr/>
          </a:p>
        </p:txBody>
      </p:sp>
      <p:sp>
        <p:nvSpPr>
          <p:cNvPr id="38" name="Google Shape;38;p2"/>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300"/>
              <a:buNone/>
            </a:pPr>
            <a:fld id="{00000000-1234-1234-1234-123412341234}" type="slidenum">
              <a:rPr lang="en-US"/>
              <a:t>2</a:t>
            </a:fld>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3"/>
          <p:cNvSpPr txBox="1">
            <a:spLocks noGrp="1"/>
          </p:cNvSpPr>
          <p:nvPr>
            <p:ph type="ctrTitle"/>
          </p:nvPr>
        </p:nvSpPr>
        <p:spPr>
          <a:xfrm>
            <a:off x="310115" y="198210"/>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Data Collecting</a:t>
            </a:r>
            <a:endParaRPr/>
          </a:p>
        </p:txBody>
      </p:sp>
      <p:pic>
        <p:nvPicPr>
          <p:cNvPr id="44" name="Google Shape;44;p3"/>
          <p:cNvPicPr preferRelativeResize="0"/>
          <p:nvPr/>
        </p:nvPicPr>
        <p:blipFill rotWithShape="1">
          <a:blip r:embed="rId3">
            <a:alphaModFix/>
          </a:blip>
          <a:srcRect/>
          <a:stretch/>
        </p:blipFill>
        <p:spPr>
          <a:xfrm>
            <a:off x="255115" y="1283879"/>
            <a:ext cx="8633769" cy="257574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4"/>
          <p:cNvSpPr txBox="1">
            <a:spLocks noGrp="1"/>
          </p:cNvSpPr>
          <p:nvPr>
            <p:ph type="ctrTitle"/>
          </p:nvPr>
        </p:nvSpPr>
        <p:spPr>
          <a:xfrm>
            <a:off x="310115" y="198210"/>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Public Datasets</a:t>
            </a:r>
            <a:endParaRPr/>
          </a:p>
        </p:txBody>
      </p:sp>
      <p:sp>
        <p:nvSpPr>
          <p:cNvPr id="50" name="Google Shape;50;p4"/>
          <p:cNvSpPr txBox="1"/>
          <p:nvPr/>
        </p:nvSpPr>
        <p:spPr>
          <a:xfrm>
            <a:off x="556437" y="775580"/>
            <a:ext cx="6057014" cy="3892797"/>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A458FF"/>
              </a:buClr>
              <a:buSzPts val="2400"/>
              <a:buFont typeface="Arial"/>
              <a:buNone/>
            </a:pPr>
            <a:endParaRPr sz="1400" b="0" i="0" u="none" strike="noStrike" cap="none">
              <a:solidFill>
                <a:srgbClr val="FFFFFF"/>
              </a:solidFill>
              <a:latin typeface="Arial"/>
              <a:ea typeface="Arial"/>
              <a:cs typeface="Arial"/>
              <a:sym typeface="Arial"/>
            </a:endParaRPr>
          </a:p>
          <a:p>
            <a:pPr marL="342900" marR="0" lvl="0" indent="-342900" algn="l" rtl="0">
              <a:lnSpc>
                <a:spcPct val="115000"/>
              </a:lnSpc>
              <a:spcBef>
                <a:spcPts val="600"/>
              </a:spcBef>
              <a:spcAft>
                <a:spcPts val="0"/>
              </a:spcAft>
              <a:buClr>
                <a:srgbClr val="A458FF"/>
              </a:buClr>
              <a:buSzPts val="2400"/>
              <a:buFont typeface="Arial"/>
              <a:buChar char="⬡"/>
            </a:pPr>
            <a:r>
              <a:rPr lang="en-US" sz="1400" b="0" i="0" u="none" strike="noStrike" cap="none">
                <a:solidFill>
                  <a:srgbClr val="FFFFFF"/>
                </a:solidFill>
                <a:latin typeface="Arial"/>
                <a:ea typeface="Arial"/>
                <a:cs typeface="Arial"/>
                <a:sym typeface="Arial"/>
              </a:rPr>
              <a:t>https://www.kaggle.com/datasets</a:t>
            </a:r>
            <a:endParaRPr/>
          </a:p>
          <a:p>
            <a:pPr marL="342900" marR="0" lvl="0" indent="-342900" algn="l" rtl="0">
              <a:lnSpc>
                <a:spcPct val="115000"/>
              </a:lnSpc>
              <a:spcBef>
                <a:spcPts val="600"/>
              </a:spcBef>
              <a:spcAft>
                <a:spcPts val="0"/>
              </a:spcAft>
              <a:buClr>
                <a:srgbClr val="A458FF"/>
              </a:buClr>
              <a:buSzPts val="2400"/>
              <a:buFont typeface="Arial"/>
              <a:buChar char="⬡"/>
            </a:pPr>
            <a:r>
              <a:rPr lang="en-US" sz="1400" b="0" i="0" u="none" strike="noStrike" cap="none">
                <a:solidFill>
                  <a:srgbClr val="FFFFFF"/>
                </a:solidFill>
                <a:latin typeface="Arial"/>
                <a:ea typeface="Arial"/>
                <a:cs typeface="Arial"/>
                <a:sym typeface="Arial"/>
              </a:rPr>
              <a:t>http://archive.ics.uci.edu/ml/index.php</a:t>
            </a:r>
            <a:endParaRPr sz="1400" b="0" i="0" u="none" strike="noStrike" cap="none">
              <a:solidFill>
                <a:srgbClr val="FFFFFF"/>
              </a:solidFill>
              <a:latin typeface="Arial"/>
              <a:ea typeface="Arial"/>
              <a:cs typeface="Arial"/>
              <a:sym typeface="Arial"/>
            </a:endParaRPr>
          </a:p>
          <a:p>
            <a:pPr marL="342900" marR="0" lvl="0" indent="-342900" algn="l" rtl="0">
              <a:lnSpc>
                <a:spcPct val="115000"/>
              </a:lnSpc>
              <a:spcBef>
                <a:spcPts val="600"/>
              </a:spcBef>
              <a:spcAft>
                <a:spcPts val="0"/>
              </a:spcAft>
              <a:buClr>
                <a:srgbClr val="A458FF"/>
              </a:buClr>
              <a:buSzPts val="2400"/>
              <a:buFont typeface="Arial"/>
              <a:buChar char="⬡"/>
            </a:pPr>
            <a:r>
              <a:rPr lang="en-US" sz="1400" b="0" i="0" u="none" strike="noStrike" cap="none">
                <a:solidFill>
                  <a:srgbClr val="FFFFFF"/>
                </a:solidFill>
                <a:latin typeface="Arial"/>
                <a:ea typeface="Arial"/>
                <a:cs typeface="Arial"/>
                <a:sym typeface="Arial"/>
              </a:rPr>
              <a:t>https://data.fivethirtyeight.com</a:t>
            </a:r>
            <a:endParaRPr/>
          </a:p>
          <a:p>
            <a:pPr marL="342900" marR="0" lvl="0" indent="-342900" algn="l" rtl="0">
              <a:lnSpc>
                <a:spcPct val="115000"/>
              </a:lnSpc>
              <a:spcBef>
                <a:spcPts val="600"/>
              </a:spcBef>
              <a:spcAft>
                <a:spcPts val="0"/>
              </a:spcAft>
              <a:buClr>
                <a:srgbClr val="A458FF"/>
              </a:buClr>
              <a:buSzPts val="2400"/>
              <a:buFont typeface="Arial"/>
              <a:buChar char="⬡"/>
            </a:pPr>
            <a:r>
              <a:rPr lang="en-US" sz="1400" b="0" i="0" u="none" strike="noStrike" cap="none">
                <a:solidFill>
                  <a:srgbClr val="FFFFFF"/>
                </a:solidFill>
                <a:latin typeface="Arial"/>
                <a:ea typeface="Arial"/>
                <a:cs typeface="Arial"/>
                <a:sym typeface="Arial"/>
              </a:rPr>
              <a:t>https://github.com/BuzzFeedNews</a:t>
            </a:r>
            <a:endParaRPr/>
          </a:p>
          <a:p>
            <a:pPr marL="342900" marR="0" lvl="0" indent="-342900" algn="l" rtl="0">
              <a:lnSpc>
                <a:spcPct val="115000"/>
              </a:lnSpc>
              <a:spcBef>
                <a:spcPts val="600"/>
              </a:spcBef>
              <a:spcAft>
                <a:spcPts val="0"/>
              </a:spcAft>
              <a:buClr>
                <a:srgbClr val="A458FF"/>
              </a:buClr>
              <a:buSzPts val="2400"/>
              <a:buFont typeface="Arial"/>
              <a:buChar char="⬡"/>
            </a:pPr>
            <a:r>
              <a:rPr lang="en-US" sz="1400" b="0" i="0" u="none" strike="noStrike" cap="none">
                <a:solidFill>
                  <a:srgbClr val="FFFFFF"/>
                </a:solidFill>
                <a:latin typeface="Arial"/>
                <a:ea typeface="Arial"/>
                <a:cs typeface="Arial"/>
                <a:sym typeface="Arial"/>
              </a:rPr>
              <a:t>https://opendata.socrata.com</a:t>
            </a:r>
            <a:endParaRPr/>
          </a:p>
          <a:p>
            <a:pPr marL="342900" marR="0" lvl="0" indent="-342900" algn="l" rtl="0">
              <a:lnSpc>
                <a:spcPct val="115000"/>
              </a:lnSpc>
              <a:spcBef>
                <a:spcPts val="600"/>
              </a:spcBef>
              <a:spcAft>
                <a:spcPts val="0"/>
              </a:spcAft>
              <a:buClr>
                <a:srgbClr val="A458FF"/>
              </a:buClr>
              <a:buSzPts val="2400"/>
              <a:buFont typeface="Arial"/>
              <a:buChar char="⬡"/>
            </a:pPr>
            <a:r>
              <a:rPr lang="en-US" sz="1400" b="0" i="0" u="none" strike="noStrike" cap="none">
                <a:solidFill>
                  <a:srgbClr val="FFFFFF"/>
                </a:solidFill>
                <a:latin typeface="Arial"/>
                <a:ea typeface="Arial"/>
                <a:cs typeface="Arial"/>
                <a:sym typeface="Arial"/>
              </a:rPr>
              <a:t>https://cloud.google.com/bigquery/public-data</a:t>
            </a:r>
            <a:endParaRPr/>
          </a:p>
          <a:p>
            <a:pPr marL="342900" marR="0" lvl="0" indent="-342900" algn="l" rtl="0">
              <a:lnSpc>
                <a:spcPct val="115000"/>
              </a:lnSpc>
              <a:spcBef>
                <a:spcPts val="600"/>
              </a:spcBef>
              <a:spcAft>
                <a:spcPts val="0"/>
              </a:spcAft>
              <a:buClr>
                <a:srgbClr val="A458FF"/>
              </a:buClr>
              <a:buSzPts val="2400"/>
              <a:buFont typeface="Arial"/>
              <a:buChar char="⬡"/>
            </a:pPr>
            <a:r>
              <a:rPr lang="en-US" sz="1400" b="0" i="0" u="none" strike="noStrike" cap="none">
                <a:solidFill>
                  <a:srgbClr val="FFFFFF"/>
                </a:solidFill>
                <a:latin typeface="Arial"/>
                <a:ea typeface="Arial"/>
                <a:cs typeface="Arial"/>
                <a:sym typeface="Arial"/>
              </a:rPr>
              <a:t>https://github.com/awesomedata/awesome-public-datasets</a:t>
            </a:r>
            <a:endParaRPr sz="2400" b="0" i="0" u="none" strike="noStrike" cap="none">
              <a:solidFill>
                <a:srgbClr val="FFFFFF"/>
              </a:solidFill>
              <a:latin typeface="Arial"/>
              <a:ea typeface="Arial"/>
              <a:cs typeface="Arial"/>
              <a:sym typeface="Arial"/>
            </a:endParaRPr>
          </a:p>
          <a:p>
            <a:pPr marL="342900" marR="0" lvl="0" indent="-342900" algn="l" rtl="0">
              <a:lnSpc>
                <a:spcPct val="115000"/>
              </a:lnSpc>
              <a:spcBef>
                <a:spcPts val="600"/>
              </a:spcBef>
              <a:spcAft>
                <a:spcPts val="0"/>
              </a:spcAft>
              <a:buClr>
                <a:srgbClr val="A458FF"/>
              </a:buClr>
              <a:buSzPts val="2400"/>
              <a:buFont typeface="Arial"/>
              <a:buChar char="⬡"/>
            </a:pPr>
            <a:r>
              <a:rPr lang="en-US" sz="1400" b="0" i="0" u="none" strike="noStrike" cap="none">
                <a:solidFill>
                  <a:srgbClr val="FFFFFF"/>
                </a:solidFill>
                <a:latin typeface="Arial"/>
                <a:ea typeface="Arial"/>
                <a:cs typeface="Arial"/>
                <a:sym typeface="Arial"/>
              </a:rPr>
              <a:t>https://www.data.gov</a:t>
            </a:r>
            <a:endParaRPr/>
          </a:p>
          <a:p>
            <a:pPr marL="342900" marR="0" lvl="0" indent="-342900" algn="l" rtl="0">
              <a:lnSpc>
                <a:spcPct val="115000"/>
              </a:lnSpc>
              <a:spcBef>
                <a:spcPts val="600"/>
              </a:spcBef>
              <a:spcAft>
                <a:spcPts val="0"/>
              </a:spcAft>
              <a:buClr>
                <a:srgbClr val="A458FF"/>
              </a:buClr>
              <a:buSzPts val="2400"/>
              <a:buFont typeface="Arial"/>
              <a:buChar char="⬡"/>
            </a:pPr>
            <a:r>
              <a:rPr lang="en-US" sz="1400" b="0" i="0" u="none" strike="noStrike" cap="none">
                <a:solidFill>
                  <a:srgbClr val="FFFFFF"/>
                </a:solidFill>
                <a:latin typeface="Arial"/>
                <a:ea typeface="Arial"/>
                <a:cs typeface="Arial"/>
                <a:sym typeface="Arial"/>
              </a:rPr>
              <a:t>http://academictorrents.com/browse.php</a:t>
            </a:r>
            <a:endParaRPr sz="2400" b="0" i="0" u="none" strike="noStrike" cap="none">
              <a:solidFill>
                <a:srgbClr val="FFFFFF"/>
              </a:solidFill>
              <a:latin typeface="Arial"/>
              <a:ea typeface="Arial"/>
              <a:cs typeface="Arial"/>
              <a:sym typeface="Arial"/>
            </a:endParaRPr>
          </a:p>
          <a:p>
            <a:pPr marL="342900" marR="0" lvl="0" indent="-342900" algn="l" rtl="0">
              <a:lnSpc>
                <a:spcPct val="115000"/>
              </a:lnSpc>
              <a:spcBef>
                <a:spcPts val="600"/>
              </a:spcBef>
              <a:spcAft>
                <a:spcPts val="0"/>
              </a:spcAft>
              <a:buClr>
                <a:srgbClr val="A458FF"/>
              </a:buClr>
              <a:buSzPts val="2400"/>
              <a:buFont typeface="Arial"/>
              <a:buChar char="⬡"/>
            </a:pPr>
            <a:r>
              <a:rPr lang="en-US" sz="1400" b="0" i="0" u="none" strike="noStrike" cap="none">
                <a:solidFill>
                  <a:srgbClr val="FFFFFF"/>
                </a:solidFill>
                <a:latin typeface="Arial"/>
                <a:ea typeface="Arial"/>
                <a:cs typeface="Arial"/>
                <a:sym typeface="Arial"/>
              </a:rPr>
              <a:t>https://www.quandl.com/search</a:t>
            </a:r>
            <a:endParaRPr/>
          </a:p>
          <a:p>
            <a:pPr marL="342900" marR="0" lvl="0" indent="-342900" algn="l" rtl="0">
              <a:lnSpc>
                <a:spcPct val="115000"/>
              </a:lnSpc>
              <a:spcBef>
                <a:spcPts val="600"/>
              </a:spcBef>
              <a:spcAft>
                <a:spcPts val="0"/>
              </a:spcAft>
              <a:buClr>
                <a:srgbClr val="A458FF"/>
              </a:buClr>
              <a:buSzPts val="2400"/>
              <a:buFont typeface="Arial"/>
              <a:buChar char="⬡"/>
            </a:pPr>
            <a:r>
              <a:rPr lang="en-US" sz="1400" b="0" i="0" u="none" strike="noStrike" cap="none">
                <a:solidFill>
                  <a:srgbClr val="FFFFFF"/>
                </a:solidFill>
                <a:latin typeface="Arial"/>
                <a:ea typeface="Arial"/>
                <a:cs typeface="Arial"/>
                <a:sym typeface="Arial"/>
              </a:rPr>
              <a:t>https://tinyletter.com/data-is-plural</a:t>
            </a:r>
            <a:endParaRPr sz="2400" b="0" i="0" u="none" strike="noStrike" cap="none">
              <a:solidFill>
                <a:srgbClr val="FFFFFF"/>
              </a:solidFill>
              <a:latin typeface="Arial"/>
              <a:ea typeface="Arial"/>
              <a:cs typeface="Arial"/>
              <a:sym typeface="Arial"/>
            </a:endParaRPr>
          </a:p>
        </p:txBody>
      </p:sp>
      <p:pic>
        <p:nvPicPr>
          <p:cNvPr id="51" name="Google Shape;51;p4"/>
          <p:cNvPicPr preferRelativeResize="0"/>
          <p:nvPr/>
        </p:nvPicPr>
        <p:blipFill rotWithShape="1">
          <a:blip r:embed="rId3">
            <a:alphaModFix/>
          </a:blip>
          <a:srcRect/>
          <a:stretch/>
        </p:blipFill>
        <p:spPr>
          <a:xfrm>
            <a:off x="5722705" y="2045304"/>
            <a:ext cx="2219340" cy="1159800"/>
          </a:xfrm>
          <a:prstGeom prst="rect">
            <a:avLst/>
          </a:prstGeom>
          <a:noFill/>
          <a:ln>
            <a:noFill/>
          </a:ln>
        </p:spPr>
      </p:pic>
      <p:pic>
        <p:nvPicPr>
          <p:cNvPr id="52" name="Google Shape;52;p4"/>
          <p:cNvPicPr preferRelativeResize="0"/>
          <p:nvPr/>
        </p:nvPicPr>
        <p:blipFill rotWithShape="1">
          <a:blip r:embed="rId4">
            <a:alphaModFix/>
          </a:blip>
          <a:srcRect/>
          <a:stretch/>
        </p:blipFill>
        <p:spPr>
          <a:xfrm>
            <a:off x="5790680" y="2449022"/>
            <a:ext cx="145275" cy="423000"/>
          </a:xfrm>
          <a:prstGeom prst="rect">
            <a:avLst/>
          </a:prstGeom>
          <a:noFill/>
          <a:ln>
            <a:noFill/>
          </a:ln>
        </p:spPr>
      </p:pic>
      <p:pic>
        <p:nvPicPr>
          <p:cNvPr id="53" name="Google Shape;53;p4"/>
          <p:cNvPicPr preferRelativeResize="0"/>
          <p:nvPr/>
        </p:nvPicPr>
        <p:blipFill rotWithShape="1">
          <a:blip r:embed="rId5">
            <a:alphaModFix/>
          </a:blip>
          <a:srcRect/>
          <a:stretch/>
        </p:blipFill>
        <p:spPr>
          <a:xfrm>
            <a:off x="6336726" y="1237502"/>
            <a:ext cx="1032700" cy="12091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5"/>
          <p:cNvSpPr txBox="1">
            <a:spLocks noGrp="1"/>
          </p:cNvSpPr>
          <p:nvPr>
            <p:ph type="ctrTitle"/>
          </p:nvPr>
        </p:nvSpPr>
        <p:spPr>
          <a:xfrm>
            <a:off x="310115" y="198210"/>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Data Collecting</a:t>
            </a:r>
            <a:endParaRPr/>
          </a:p>
        </p:txBody>
      </p:sp>
      <p:pic>
        <p:nvPicPr>
          <p:cNvPr id="59" name="Google Shape;59;p5"/>
          <p:cNvPicPr preferRelativeResize="0"/>
          <p:nvPr/>
        </p:nvPicPr>
        <p:blipFill rotWithShape="1">
          <a:blip r:embed="rId3">
            <a:alphaModFix/>
          </a:blip>
          <a:srcRect/>
          <a:stretch/>
        </p:blipFill>
        <p:spPr>
          <a:xfrm>
            <a:off x="151510" y="1013130"/>
            <a:ext cx="2837966" cy="2522637"/>
          </a:xfrm>
          <a:prstGeom prst="rect">
            <a:avLst/>
          </a:prstGeom>
          <a:noFill/>
          <a:ln>
            <a:noFill/>
          </a:ln>
        </p:spPr>
      </p:pic>
      <p:sp>
        <p:nvSpPr>
          <p:cNvPr id="60" name="Google Shape;60;p5"/>
          <p:cNvSpPr txBox="1"/>
          <p:nvPr/>
        </p:nvSpPr>
        <p:spPr>
          <a:xfrm>
            <a:off x="2786012" y="2352709"/>
            <a:ext cx="283796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a:solidFill>
                  <a:srgbClr val="FFFFFF"/>
                </a:solidFill>
                <a:latin typeface="Lexend Deca"/>
                <a:ea typeface="Lexend Deca"/>
                <a:cs typeface="Lexend Deca"/>
                <a:sym typeface="Lexend Deca"/>
              </a:rPr>
              <a:t>So What we do if there is</a:t>
            </a:r>
            <a:endParaRPr/>
          </a:p>
          <a:p>
            <a:pPr marL="0" marR="0" lvl="0" indent="0" algn="l" rtl="0">
              <a:lnSpc>
                <a:spcPct val="100000"/>
              </a:lnSpc>
              <a:spcBef>
                <a:spcPts val="0"/>
              </a:spcBef>
              <a:spcAft>
                <a:spcPts val="0"/>
              </a:spcAft>
              <a:buNone/>
            </a:pPr>
            <a:r>
              <a:rPr lang="en-US" sz="1600" b="1" i="0" u="none" strike="noStrike" cap="none">
                <a:solidFill>
                  <a:srgbClr val="FFFFFF"/>
                </a:solidFill>
                <a:latin typeface="Lexend Deca"/>
                <a:ea typeface="Lexend Deca"/>
                <a:cs typeface="Lexend Deca"/>
                <a:sym typeface="Lexend Deca"/>
              </a:rPr>
              <a:t>no datasets available ?!</a:t>
            </a:r>
            <a:endParaRPr sz="1600" b="1" i="0" u="none" strike="noStrike" cap="none">
              <a:solidFill>
                <a:srgbClr val="FFFFFF"/>
              </a:solidFill>
              <a:latin typeface="Lexend Deca"/>
              <a:ea typeface="Lexend Deca"/>
              <a:cs typeface="Lexend Deca"/>
              <a:sym typeface="Lexend Deca"/>
            </a:endParaRPr>
          </a:p>
        </p:txBody>
      </p:sp>
      <p:pic>
        <p:nvPicPr>
          <p:cNvPr id="61" name="Google Shape;61;p5"/>
          <p:cNvPicPr preferRelativeResize="0"/>
          <p:nvPr/>
        </p:nvPicPr>
        <p:blipFill rotWithShape="1">
          <a:blip r:embed="rId4">
            <a:alphaModFix/>
          </a:blip>
          <a:srcRect/>
          <a:stretch/>
        </p:blipFill>
        <p:spPr>
          <a:xfrm>
            <a:off x="5722705" y="2045304"/>
            <a:ext cx="2219340" cy="1159800"/>
          </a:xfrm>
          <a:prstGeom prst="rect">
            <a:avLst/>
          </a:prstGeom>
          <a:noFill/>
          <a:ln>
            <a:noFill/>
          </a:ln>
        </p:spPr>
      </p:pic>
      <p:pic>
        <p:nvPicPr>
          <p:cNvPr id="62" name="Google Shape;62;p5"/>
          <p:cNvPicPr preferRelativeResize="0"/>
          <p:nvPr/>
        </p:nvPicPr>
        <p:blipFill rotWithShape="1">
          <a:blip r:embed="rId5">
            <a:alphaModFix/>
          </a:blip>
          <a:srcRect/>
          <a:stretch/>
        </p:blipFill>
        <p:spPr>
          <a:xfrm>
            <a:off x="5790680" y="2449022"/>
            <a:ext cx="145275" cy="423000"/>
          </a:xfrm>
          <a:prstGeom prst="rect">
            <a:avLst/>
          </a:prstGeom>
          <a:noFill/>
          <a:ln>
            <a:noFill/>
          </a:ln>
        </p:spPr>
      </p:pic>
      <p:pic>
        <p:nvPicPr>
          <p:cNvPr id="63" name="Google Shape;63;p5"/>
          <p:cNvPicPr preferRelativeResize="0"/>
          <p:nvPr/>
        </p:nvPicPr>
        <p:blipFill rotWithShape="1">
          <a:blip r:embed="rId6">
            <a:alphaModFix/>
          </a:blip>
          <a:srcRect/>
          <a:stretch/>
        </p:blipFill>
        <p:spPr>
          <a:xfrm>
            <a:off x="6336726" y="1237502"/>
            <a:ext cx="1032700" cy="1209125"/>
          </a:xfrm>
          <a:prstGeom prst="rect">
            <a:avLst/>
          </a:prstGeom>
          <a:noFill/>
          <a:ln>
            <a:noFill/>
          </a:ln>
        </p:spPr>
      </p:pic>
      <p:sp>
        <p:nvSpPr>
          <p:cNvPr id="64" name="Google Shape;64;p5"/>
          <p:cNvSpPr txBox="1"/>
          <p:nvPr/>
        </p:nvSpPr>
        <p:spPr>
          <a:xfrm>
            <a:off x="642685" y="3572845"/>
            <a:ext cx="7178858"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rgbClr val="FFFFFF"/>
              </a:solidFill>
              <a:latin typeface="Lexend Deca"/>
              <a:ea typeface="Lexend Deca"/>
              <a:cs typeface="Lexend Deca"/>
              <a:sym typeface="Lexend Deca"/>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Lexend Deca"/>
                <a:ea typeface="Lexend Deca"/>
                <a:cs typeface="Lexend Deca"/>
                <a:sym typeface="Lexend Deca"/>
              </a:rPr>
              <a:t>We will learn about Web Scraping and Rest APIs web services</a:t>
            </a:r>
            <a:endParaRPr sz="700" b="0" i="0" u="none" strike="noStrike" cap="none">
              <a:solidFill>
                <a:srgbClr val="000000"/>
              </a:solidFill>
              <a:latin typeface="Lexend Deca"/>
              <a:ea typeface="Lexend Deca"/>
              <a:cs typeface="Lexend Deca"/>
              <a:sym typeface="Lexend Deca"/>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6"/>
          <p:cNvSpPr txBox="1">
            <a:spLocks noGrp="1"/>
          </p:cNvSpPr>
          <p:nvPr>
            <p:ph type="body" idx="1"/>
          </p:nvPr>
        </p:nvSpPr>
        <p:spPr>
          <a:xfrm>
            <a:off x="393056" y="308836"/>
            <a:ext cx="8258650" cy="21495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SzPts val="2400"/>
              <a:buNone/>
            </a:pPr>
            <a:r>
              <a:rPr lang="en-US" sz="3200"/>
              <a:t>Agenda</a:t>
            </a:r>
            <a:endParaRPr/>
          </a:p>
          <a:p>
            <a:pPr marL="0" lvl="0" indent="0" algn="l" rtl="0">
              <a:lnSpc>
                <a:spcPct val="115000"/>
              </a:lnSpc>
              <a:spcBef>
                <a:spcPts val="600"/>
              </a:spcBef>
              <a:spcAft>
                <a:spcPts val="0"/>
              </a:spcAft>
              <a:buSzPts val="2400"/>
              <a:buNone/>
            </a:pPr>
            <a:endParaRPr sz="1400"/>
          </a:p>
          <a:p>
            <a:pPr marL="342900" lvl="0" indent="-342900" algn="l" rtl="0">
              <a:lnSpc>
                <a:spcPct val="115000"/>
              </a:lnSpc>
              <a:spcBef>
                <a:spcPts val="600"/>
              </a:spcBef>
              <a:spcAft>
                <a:spcPts val="0"/>
              </a:spcAft>
              <a:buSzPts val="2400"/>
              <a:buChar char="⬡"/>
            </a:pPr>
            <a:r>
              <a:rPr lang="en-US" sz="1400"/>
              <a:t>What is Internet and Web Servers</a:t>
            </a:r>
            <a:endParaRPr/>
          </a:p>
          <a:p>
            <a:pPr marL="342900" lvl="0" indent="-342900" algn="l" rtl="0">
              <a:lnSpc>
                <a:spcPct val="115000"/>
              </a:lnSpc>
              <a:spcBef>
                <a:spcPts val="600"/>
              </a:spcBef>
              <a:spcAft>
                <a:spcPts val="0"/>
              </a:spcAft>
              <a:buSzPts val="2400"/>
              <a:buChar char="⬡"/>
            </a:pPr>
            <a:r>
              <a:rPr lang="en-US" sz="1400"/>
              <a:t>HTTP Request/Response Cycle</a:t>
            </a:r>
            <a:endParaRPr/>
          </a:p>
          <a:p>
            <a:pPr marL="342900" lvl="0" indent="-342900" algn="l" rtl="0">
              <a:lnSpc>
                <a:spcPct val="115000"/>
              </a:lnSpc>
              <a:spcBef>
                <a:spcPts val="600"/>
              </a:spcBef>
              <a:spcAft>
                <a:spcPts val="0"/>
              </a:spcAft>
              <a:buSzPts val="2400"/>
              <a:buChar char="⬡"/>
            </a:pPr>
            <a:r>
              <a:rPr lang="en-US" sz="1400"/>
              <a:t>REST API Web Services</a:t>
            </a:r>
            <a:endParaRPr/>
          </a:p>
          <a:p>
            <a:pPr marL="342900" lvl="0" indent="-342900" algn="l" rtl="0">
              <a:lnSpc>
                <a:spcPct val="115000"/>
              </a:lnSpc>
              <a:spcBef>
                <a:spcPts val="600"/>
              </a:spcBef>
              <a:spcAft>
                <a:spcPts val="0"/>
              </a:spcAft>
              <a:buSzPts val="2400"/>
              <a:buChar char="⬡"/>
            </a:pPr>
            <a:r>
              <a:rPr lang="en-US" sz="1400"/>
              <a:t>Work with JSON</a:t>
            </a:r>
            <a:endParaRPr/>
          </a:p>
          <a:p>
            <a:pPr marL="342900" lvl="0" indent="-342900" algn="l" rtl="0">
              <a:lnSpc>
                <a:spcPct val="115000"/>
              </a:lnSpc>
              <a:spcBef>
                <a:spcPts val="600"/>
              </a:spcBef>
              <a:spcAft>
                <a:spcPts val="0"/>
              </a:spcAft>
              <a:buSzPts val="2400"/>
              <a:buChar char="⬡"/>
            </a:pPr>
            <a:r>
              <a:rPr lang="en-US" sz="1400"/>
              <a:t>HTML</a:t>
            </a:r>
            <a:endParaRPr/>
          </a:p>
          <a:p>
            <a:pPr marL="342900" lvl="0" indent="-342900" algn="l" rtl="0">
              <a:lnSpc>
                <a:spcPct val="115000"/>
              </a:lnSpc>
              <a:spcBef>
                <a:spcPts val="600"/>
              </a:spcBef>
              <a:spcAft>
                <a:spcPts val="0"/>
              </a:spcAft>
              <a:buSzPts val="2400"/>
              <a:buChar char="⬡"/>
            </a:pPr>
            <a:r>
              <a:rPr lang="en-US" sz="1400"/>
              <a:t>CSS</a:t>
            </a:r>
            <a:endParaRPr/>
          </a:p>
          <a:p>
            <a:pPr marL="342900" lvl="0" indent="-342900" algn="l" rtl="0">
              <a:lnSpc>
                <a:spcPct val="115000"/>
              </a:lnSpc>
              <a:spcBef>
                <a:spcPts val="600"/>
              </a:spcBef>
              <a:spcAft>
                <a:spcPts val="0"/>
              </a:spcAft>
              <a:buSzPts val="2400"/>
              <a:buChar char="⬡"/>
            </a:pPr>
            <a:r>
              <a:rPr lang="en-US" sz="1400"/>
              <a:t>Scrapping Concept</a:t>
            </a:r>
            <a:endParaRPr/>
          </a:p>
          <a:p>
            <a:pPr marL="342900" lvl="0" indent="-342900" algn="l" rtl="0">
              <a:lnSpc>
                <a:spcPct val="115000"/>
              </a:lnSpc>
              <a:spcBef>
                <a:spcPts val="600"/>
              </a:spcBef>
              <a:spcAft>
                <a:spcPts val="0"/>
              </a:spcAft>
              <a:buSzPts val="2400"/>
              <a:buChar char="⬡"/>
            </a:pPr>
            <a:r>
              <a:rPr lang="en-US" sz="1400">
                <a:latin typeface="Consolas"/>
                <a:ea typeface="Consolas"/>
                <a:cs typeface="Consolas"/>
                <a:sym typeface="Consolas"/>
              </a:rPr>
              <a:t>BeautifulSoap</a:t>
            </a:r>
            <a:r>
              <a:rPr lang="en-US" sz="1400"/>
              <a:t> Library</a:t>
            </a:r>
            <a:endParaRPr/>
          </a:p>
          <a:p>
            <a:pPr marL="342900" lvl="0" indent="-190500" algn="l" rtl="0">
              <a:lnSpc>
                <a:spcPct val="115000"/>
              </a:lnSpc>
              <a:spcBef>
                <a:spcPts val="600"/>
              </a:spcBef>
              <a:spcAft>
                <a:spcPts val="0"/>
              </a:spcAft>
              <a:buSzPts val="2400"/>
              <a:buNone/>
            </a:pPr>
            <a:endParaRPr sz="1400"/>
          </a:p>
          <a:p>
            <a:pPr marL="0" lvl="0" indent="0" algn="l" rtl="0">
              <a:lnSpc>
                <a:spcPct val="115000"/>
              </a:lnSpc>
              <a:spcBef>
                <a:spcPts val="600"/>
              </a:spcBef>
              <a:spcAft>
                <a:spcPts val="0"/>
              </a:spcAft>
              <a:buSzPts val="2400"/>
              <a:buNone/>
            </a:pP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7"/>
          <p:cNvSpPr txBox="1">
            <a:spLocks noGrp="1"/>
          </p:cNvSpPr>
          <p:nvPr>
            <p:ph type="body" idx="1"/>
          </p:nvPr>
        </p:nvSpPr>
        <p:spPr>
          <a:xfrm>
            <a:off x="393056" y="308836"/>
            <a:ext cx="8258650" cy="21495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SzPts val="2400"/>
              <a:buNone/>
            </a:pPr>
            <a:r>
              <a:rPr lang="en-US" sz="3200"/>
              <a:t>Agenda</a:t>
            </a:r>
            <a:endParaRPr/>
          </a:p>
          <a:p>
            <a:pPr marL="0" lvl="0" indent="0" algn="l" rtl="0">
              <a:lnSpc>
                <a:spcPct val="115000"/>
              </a:lnSpc>
              <a:spcBef>
                <a:spcPts val="600"/>
              </a:spcBef>
              <a:spcAft>
                <a:spcPts val="0"/>
              </a:spcAft>
              <a:buSzPts val="2400"/>
              <a:buNone/>
            </a:pPr>
            <a:endParaRPr sz="1400"/>
          </a:p>
          <a:p>
            <a:pPr marL="342900" lvl="0" indent="-342900" algn="l" rtl="0">
              <a:lnSpc>
                <a:spcPct val="115000"/>
              </a:lnSpc>
              <a:spcBef>
                <a:spcPts val="600"/>
              </a:spcBef>
              <a:spcAft>
                <a:spcPts val="0"/>
              </a:spcAft>
              <a:buSzPts val="2400"/>
              <a:buChar char="⬡"/>
            </a:pPr>
            <a:r>
              <a:rPr lang="en-US" sz="1400" b="1" u="sng"/>
              <a:t>What is Internet and Web Servers</a:t>
            </a:r>
            <a:endParaRPr/>
          </a:p>
          <a:p>
            <a:pPr marL="342900" lvl="0" indent="-342900" algn="l" rtl="0">
              <a:lnSpc>
                <a:spcPct val="115000"/>
              </a:lnSpc>
              <a:spcBef>
                <a:spcPts val="600"/>
              </a:spcBef>
              <a:spcAft>
                <a:spcPts val="0"/>
              </a:spcAft>
              <a:buSzPts val="2400"/>
              <a:buChar char="⬡"/>
            </a:pPr>
            <a:r>
              <a:rPr lang="en-US" sz="1400"/>
              <a:t>HTTP Request/Response Cycle</a:t>
            </a:r>
            <a:endParaRPr/>
          </a:p>
          <a:p>
            <a:pPr marL="342900" lvl="0" indent="-342900" algn="l" rtl="0">
              <a:lnSpc>
                <a:spcPct val="115000"/>
              </a:lnSpc>
              <a:spcBef>
                <a:spcPts val="600"/>
              </a:spcBef>
              <a:spcAft>
                <a:spcPts val="0"/>
              </a:spcAft>
              <a:buSzPts val="2400"/>
              <a:buChar char="⬡"/>
            </a:pPr>
            <a:r>
              <a:rPr lang="en-US" sz="1400"/>
              <a:t>REST API Web Services</a:t>
            </a:r>
            <a:endParaRPr/>
          </a:p>
          <a:p>
            <a:pPr marL="342900" lvl="0" indent="-342900" algn="l" rtl="0">
              <a:lnSpc>
                <a:spcPct val="115000"/>
              </a:lnSpc>
              <a:spcBef>
                <a:spcPts val="600"/>
              </a:spcBef>
              <a:spcAft>
                <a:spcPts val="0"/>
              </a:spcAft>
              <a:buSzPts val="2400"/>
              <a:buChar char="⬡"/>
            </a:pPr>
            <a:r>
              <a:rPr lang="en-US" sz="1400"/>
              <a:t>Work with JSON</a:t>
            </a:r>
            <a:endParaRPr/>
          </a:p>
          <a:p>
            <a:pPr marL="342900" lvl="0" indent="-342900" algn="l" rtl="0">
              <a:lnSpc>
                <a:spcPct val="115000"/>
              </a:lnSpc>
              <a:spcBef>
                <a:spcPts val="600"/>
              </a:spcBef>
              <a:spcAft>
                <a:spcPts val="0"/>
              </a:spcAft>
              <a:buSzPts val="2400"/>
              <a:buChar char="⬡"/>
            </a:pPr>
            <a:r>
              <a:rPr lang="en-US" sz="1400"/>
              <a:t>HTML</a:t>
            </a:r>
            <a:endParaRPr/>
          </a:p>
          <a:p>
            <a:pPr marL="342900" lvl="0" indent="-342900" algn="l" rtl="0">
              <a:lnSpc>
                <a:spcPct val="115000"/>
              </a:lnSpc>
              <a:spcBef>
                <a:spcPts val="600"/>
              </a:spcBef>
              <a:spcAft>
                <a:spcPts val="0"/>
              </a:spcAft>
              <a:buSzPts val="2400"/>
              <a:buChar char="⬡"/>
            </a:pPr>
            <a:r>
              <a:rPr lang="en-US" sz="1400"/>
              <a:t>CSS</a:t>
            </a:r>
            <a:endParaRPr/>
          </a:p>
          <a:p>
            <a:pPr marL="342900" lvl="0" indent="-342900" algn="l" rtl="0">
              <a:lnSpc>
                <a:spcPct val="115000"/>
              </a:lnSpc>
              <a:spcBef>
                <a:spcPts val="600"/>
              </a:spcBef>
              <a:spcAft>
                <a:spcPts val="0"/>
              </a:spcAft>
              <a:buSzPts val="2400"/>
              <a:buChar char="⬡"/>
            </a:pPr>
            <a:r>
              <a:rPr lang="en-US" sz="1400"/>
              <a:t>Scrapping Concept</a:t>
            </a:r>
            <a:endParaRPr/>
          </a:p>
          <a:p>
            <a:pPr marL="342900" lvl="0" indent="-342900" algn="l" rtl="0">
              <a:lnSpc>
                <a:spcPct val="115000"/>
              </a:lnSpc>
              <a:spcBef>
                <a:spcPts val="600"/>
              </a:spcBef>
              <a:spcAft>
                <a:spcPts val="0"/>
              </a:spcAft>
              <a:buSzPts val="2400"/>
              <a:buChar char="⬡"/>
            </a:pPr>
            <a:r>
              <a:rPr lang="en-US" sz="1400">
                <a:latin typeface="Consolas"/>
                <a:ea typeface="Consolas"/>
                <a:cs typeface="Consolas"/>
                <a:sym typeface="Consolas"/>
              </a:rPr>
              <a:t>BeautifulSoap</a:t>
            </a:r>
            <a:r>
              <a:rPr lang="en-US" sz="1400"/>
              <a:t> Library</a:t>
            </a:r>
            <a:endParaRPr/>
          </a:p>
          <a:p>
            <a:pPr marL="342900" lvl="0" indent="-190500" algn="l" rtl="0">
              <a:lnSpc>
                <a:spcPct val="115000"/>
              </a:lnSpc>
              <a:spcBef>
                <a:spcPts val="600"/>
              </a:spcBef>
              <a:spcAft>
                <a:spcPts val="0"/>
              </a:spcAft>
              <a:buSzPts val="2400"/>
              <a:buNone/>
            </a:pPr>
            <a:endParaRPr sz="1400"/>
          </a:p>
          <a:p>
            <a:pPr marL="0" lvl="0" indent="0" algn="l" rtl="0">
              <a:lnSpc>
                <a:spcPct val="115000"/>
              </a:lnSpc>
              <a:spcBef>
                <a:spcPts val="600"/>
              </a:spcBef>
              <a:spcAft>
                <a:spcPts val="0"/>
              </a:spcAft>
              <a:buSzPts val="2400"/>
              <a:buNone/>
            </a:pP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8"/>
          <p:cNvSpPr txBox="1">
            <a:spLocks noGrp="1"/>
          </p:cNvSpPr>
          <p:nvPr>
            <p:ph type="title"/>
          </p:nvPr>
        </p:nvSpPr>
        <p:spPr>
          <a:xfrm>
            <a:off x="580550" y="205975"/>
            <a:ext cx="6014400" cy="85740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SzPts val="3200"/>
              <a:buNone/>
            </a:pPr>
            <a:r>
              <a:rPr lang="en-US"/>
              <a:t>Web services are:</a:t>
            </a:r>
            <a:endParaRPr/>
          </a:p>
        </p:txBody>
      </p:sp>
      <p:sp>
        <p:nvSpPr>
          <p:cNvPr id="80" name="Google Shape;80;p8"/>
          <p:cNvSpPr txBox="1">
            <a:spLocks noGrp="1"/>
          </p:cNvSpPr>
          <p:nvPr>
            <p:ph type="body" idx="1"/>
          </p:nvPr>
        </p:nvSpPr>
        <p:spPr>
          <a:xfrm>
            <a:off x="580549" y="1352550"/>
            <a:ext cx="6830343" cy="2475171"/>
          </a:xfrm>
          <a:prstGeom prst="rect">
            <a:avLst/>
          </a:prstGeom>
          <a:noFill/>
          <a:ln>
            <a:noFill/>
          </a:ln>
        </p:spPr>
        <p:txBody>
          <a:bodyPr spcFirstLastPara="1" wrap="square" lIns="0" tIns="0" rIns="0" bIns="0" anchor="t" anchorCtr="0">
            <a:noAutofit/>
          </a:bodyPr>
          <a:lstStyle/>
          <a:p>
            <a:pPr marL="457200" lvl="0" indent="-381000" algn="l" rtl="0">
              <a:lnSpc>
                <a:spcPct val="115000"/>
              </a:lnSpc>
              <a:spcBef>
                <a:spcPts val="600"/>
              </a:spcBef>
              <a:spcAft>
                <a:spcPts val="0"/>
              </a:spcAft>
              <a:buSzPts val="2400"/>
              <a:buChar char="⬡"/>
            </a:pPr>
            <a:r>
              <a:rPr lang="en-US"/>
              <a:t>Is available over the Internet or private (intranet) networks</a:t>
            </a:r>
            <a:endParaRPr/>
          </a:p>
          <a:p>
            <a:pPr marL="457200" lvl="0" indent="-381000" algn="l" rtl="0">
              <a:lnSpc>
                <a:spcPct val="115000"/>
              </a:lnSpc>
              <a:spcBef>
                <a:spcPts val="600"/>
              </a:spcBef>
              <a:spcAft>
                <a:spcPts val="0"/>
              </a:spcAft>
              <a:buSzPts val="2400"/>
              <a:buChar char="⬡"/>
            </a:pPr>
            <a:r>
              <a:rPr lang="en-US"/>
              <a:t>Is not tied to any one operating system or programming language</a:t>
            </a:r>
            <a:endParaRPr/>
          </a:p>
          <a:p>
            <a:pPr marL="457200" lvl="0" indent="-381000" algn="l" rtl="0">
              <a:lnSpc>
                <a:spcPct val="115000"/>
              </a:lnSpc>
              <a:spcBef>
                <a:spcPts val="600"/>
              </a:spcBef>
              <a:spcAft>
                <a:spcPts val="0"/>
              </a:spcAft>
              <a:buSzPts val="2400"/>
              <a:buChar char="⬡"/>
            </a:pPr>
            <a:r>
              <a:rPr lang="en-US"/>
              <a:t>Is discoverable via a simple find mechanism</a:t>
            </a:r>
            <a:endParaRPr/>
          </a:p>
        </p:txBody>
      </p:sp>
      <p:sp>
        <p:nvSpPr>
          <p:cNvPr id="81" name="Google Shape;81;p8"/>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300"/>
              <a:buNone/>
            </a:pPr>
            <a:fld id="{00000000-1234-1234-1234-123412341234}" type="slidenum">
              <a:rPr lang="en-US"/>
              <a:t>8</a:t>
            </a:fld>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9"/>
          <p:cNvSpPr txBox="1">
            <a:spLocks noGrp="1"/>
          </p:cNvSpPr>
          <p:nvPr>
            <p:ph type="ctrTitle"/>
          </p:nvPr>
        </p:nvSpPr>
        <p:spPr>
          <a:xfrm>
            <a:off x="310115" y="311618"/>
            <a:ext cx="5190461" cy="425572"/>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SzPts val="3600"/>
              <a:buNone/>
            </a:pPr>
            <a:r>
              <a:rPr lang="en-US" sz="2400" b="0"/>
              <a:t>What is Internet and Web Servers</a:t>
            </a:r>
            <a:endParaRPr sz="2400" b="0"/>
          </a:p>
        </p:txBody>
      </p:sp>
      <p:pic>
        <p:nvPicPr>
          <p:cNvPr id="87" name="Google Shape;87;p9"/>
          <p:cNvPicPr preferRelativeResize="0"/>
          <p:nvPr/>
        </p:nvPicPr>
        <p:blipFill rotWithShape="1">
          <a:blip r:embed="rId3">
            <a:alphaModFix/>
          </a:blip>
          <a:srcRect/>
          <a:stretch/>
        </p:blipFill>
        <p:spPr>
          <a:xfrm>
            <a:off x="5722705" y="2045304"/>
            <a:ext cx="2219340" cy="1159800"/>
          </a:xfrm>
          <a:prstGeom prst="rect">
            <a:avLst/>
          </a:prstGeom>
          <a:noFill/>
          <a:ln>
            <a:noFill/>
          </a:ln>
        </p:spPr>
      </p:pic>
      <p:pic>
        <p:nvPicPr>
          <p:cNvPr id="88" name="Google Shape;88;p9"/>
          <p:cNvPicPr preferRelativeResize="0"/>
          <p:nvPr/>
        </p:nvPicPr>
        <p:blipFill rotWithShape="1">
          <a:blip r:embed="rId4">
            <a:alphaModFix/>
          </a:blip>
          <a:srcRect/>
          <a:stretch/>
        </p:blipFill>
        <p:spPr>
          <a:xfrm>
            <a:off x="5790680" y="2449022"/>
            <a:ext cx="145275" cy="423000"/>
          </a:xfrm>
          <a:prstGeom prst="rect">
            <a:avLst/>
          </a:prstGeom>
          <a:noFill/>
          <a:ln>
            <a:noFill/>
          </a:ln>
        </p:spPr>
      </p:pic>
      <p:pic>
        <p:nvPicPr>
          <p:cNvPr id="89" name="Google Shape;89;p9"/>
          <p:cNvPicPr preferRelativeResize="0"/>
          <p:nvPr/>
        </p:nvPicPr>
        <p:blipFill rotWithShape="1">
          <a:blip r:embed="rId5">
            <a:alphaModFix/>
          </a:blip>
          <a:srcRect/>
          <a:stretch/>
        </p:blipFill>
        <p:spPr>
          <a:xfrm>
            <a:off x="6336726" y="1237502"/>
            <a:ext cx="1032700" cy="1209125"/>
          </a:xfrm>
          <a:prstGeom prst="rect">
            <a:avLst/>
          </a:prstGeom>
          <a:noFill/>
          <a:ln>
            <a:noFill/>
          </a:ln>
        </p:spPr>
      </p:pic>
      <p:pic>
        <p:nvPicPr>
          <p:cNvPr id="90" name="Google Shape;90;p9"/>
          <p:cNvPicPr preferRelativeResize="0"/>
          <p:nvPr/>
        </p:nvPicPr>
        <p:blipFill rotWithShape="1">
          <a:blip r:embed="rId6">
            <a:alphaModFix/>
          </a:blip>
          <a:srcRect/>
          <a:stretch/>
        </p:blipFill>
        <p:spPr>
          <a:xfrm>
            <a:off x="1201955" y="923451"/>
            <a:ext cx="6740092" cy="389714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0"/>
          <p:cNvSpPr txBox="1">
            <a:spLocks noGrp="1"/>
          </p:cNvSpPr>
          <p:nvPr>
            <p:ph type="body" idx="1"/>
          </p:nvPr>
        </p:nvSpPr>
        <p:spPr>
          <a:xfrm>
            <a:off x="393056" y="308836"/>
            <a:ext cx="8258650" cy="21495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SzPts val="2400"/>
              <a:buNone/>
            </a:pPr>
            <a:r>
              <a:rPr lang="en-US" sz="3200"/>
              <a:t>Agenda</a:t>
            </a:r>
            <a:endParaRPr/>
          </a:p>
          <a:p>
            <a:pPr marL="0" lvl="0" indent="0" algn="l" rtl="0">
              <a:lnSpc>
                <a:spcPct val="115000"/>
              </a:lnSpc>
              <a:spcBef>
                <a:spcPts val="600"/>
              </a:spcBef>
              <a:spcAft>
                <a:spcPts val="0"/>
              </a:spcAft>
              <a:buSzPts val="2400"/>
              <a:buNone/>
            </a:pPr>
            <a:endParaRPr sz="1400"/>
          </a:p>
          <a:p>
            <a:pPr marL="342900" lvl="0" indent="-342900" algn="l" rtl="0">
              <a:lnSpc>
                <a:spcPct val="115000"/>
              </a:lnSpc>
              <a:spcBef>
                <a:spcPts val="600"/>
              </a:spcBef>
              <a:spcAft>
                <a:spcPts val="0"/>
              </a:spcAft>
              <a:buSzPts val="2400"/>
              <a:buChar char="⬡"/>
            </a:pPr>
            <a:r>
              <a:rPr lang="en-US" sz="1400"/>
              <a:t>What is Internet and Web Servers</a:t>
            </a:r>
            <a:endParaRPr/>
          </a:p>
          <a:p>
            <a:pPr marL="342900" lvl="0" indent="-342900" algn="l" rtl="0">
              <a:lnSpc>
                <a:spcPct val="115000"/>
              </a:lnSpc>
              <a:spcBef>
                <a:spcPts val="600"/>
              </a:spcBef>
              <a:spcAft>
                <a:spcPts val="0"/>
              </a:spcAft>
              <a:buSzPts val="2400"/>
              <a:buChar char="⬡"/>
            </a:pPr>
            <a:r>
              <a:rPr lang="en-US" sz="1400" b="1" u="sng"/>
              <a:t>HTTP Request/Response Cycle</a:t>
            </a:r>
            <a:endParaRPr/>
          </a:p>
          <a:p>
            <a:pPr marL="342900" lvl="0" indent="-342900" algn="l" rtl="0">
              <a:lnSpc>
                <a:spcPct val="115000"/>
              </a:lnSpc>
              <a:spcBef>
                <a:spcPts val="600"/>
              </a:spcBef>
              <a:spcAft>
                <a:spcPts val="0"/>
              </a:spcAft>
              <a:buSzPts val="2400"/>
              <a:buChar char="⬡"/>
            </a:pPr>
            <a:r>
              <a:rPr lang="en-US" sz="1400"/>
              <a:t>REST API Web Services</a:t>
            </a:r>
            <a:endParaRPr/>
          </a:p>
          <a:p>
            <a:pPr marL="342900" lvl="0" indent="-342900" algn="l" rtl="0">
              <a:lnSpc>
                <a:spcPct val="115000"/>
              </a:lnSpc>
              <a:spcBef>
                <a:spcPts val="600"/>
              </a:spcBef>
              <a:spcAft>
                <a:spcPts val="0"/>
              </a:spcAft>
              <a:buSzPts val="2400"/>
              <a:buChar char="⬡"/>
            </a:pPr>
            <a:r>
              <a:rPr lang="en-US" sz="1400"/>
              <a:t>Work with JSON</a:t>
            </a:r>
            <a:endParaRPr/>
          </a:p>
          <a:p>
            <a:pPr marL="342900" lvl="0" indent="-342900" algn="l" rtl="0">
              <a:lnSpc>
                <a:spcPct val="115000"/>
              </a:lnSpc>
              <a:spcBef>
                <a:spcPts val="600"/>
              </a:spcBef>
              <a:spcAft>
                <a:spcPts val="0"/>
              </a:spcAft>
              <a:buSzPts val="2400"/>
              <a:buChar char="⬡"/>
            </a:pPr>
            <a:r>
              <a:rPr lang="en-US" sz="1400"/>
              <a:t>HTML</a:t>
            </a:r>
            <a:endParaRPr/>
          </a:p>
          <a:p>
            <a:pPr marL="342900" lvl="0" indent="-342900" algn="l" rtl="0">
              <a:lnSpc>
                <a:spcPct val="115000"/>
              </a:lnSpc>
              <a:spcBef>
                <a:spcPts val="600"/>
              </a:spcBef>
              <a:spcAft>
                <a:spcPts val="0"/>
              </a:spcAft>
              <a:buSzPts val="2400"/>
              <a:buChar char="⬡"/>
            </a:pPr>
            <a:r>
              <a:rPr lang="en-US" sz="1400"/>
              <a:t>CSS</a:t>
            </a:r>
            <a:endParaRPr/>
          </a:p>
          <a:p>
            <a:pPr marL="342900" lvl="0" indent="-342900" algn="l" rtl="0">
              <a:lnSpc>
                <a:spcPct val="115000"/>
              </a:lnSpc>
              <a:spcBef>
                <a:spcPts val="600"/>
              </a:spcBef>
              <a:spcAft>
                <a:spcPts val="0"/>
              </a:spcAft>
              <a:buSzPts val="2400"/>
              <a:buChar char="⬡"/>
            </a:pPr>
            <a:r>
              <a:rPr lang="en-US" sz="1400"/>
              <a:t>Scrapping Concept</a:t>
            </a:r>
            <a:endParaRPr/>
          </a:p>
          <a:p>
            <a:pPr marL="342900" lvl="0" indent="-342900" algn="l" rtl="0">
              <a:lnSpc>
                <a:spcPct val="115000"/>
              </a:lnSpc>
              <a:spcBef>
                <a:spcPts val="600"/>
              </a:spcBef>
              <a:spcAft>
                <a:spcPts val="0"/>
              </a:spcAft>
              <a:buSzPts val="2400"/>
              <a:buChar char="⬡"/>
            </a:pPr>
            <a:r>
              <a:rPr lang="en-US" sz="1400">
                <a:latin typeface="Consolas"/>
                <a:ea typeface="Consolas"/>
                <a:cs typeface="Consolas"/>
                <a:sym typeface="Consolas"/>
              </a:rPr>
              <a:t>BeautifulSoap</a:t>
            </a:r>
            <a:r>
              <a:rPr lang="en-US" sz="1400"/>
              <a:t> Library</a:t>
            </a:r>
            <a:endParaRPr/>
          </a:p>
          <a:p>
            <a:pPr marL="342900" lvl="0" indent="-190500" algn="l" rtl="0">
              <a:lnSpc>
                <a:spcPct val="115000"/>
              </a:lnSpc>
              <a:spcBef>
                <a:spcPts val="600"/>
              </a:spcBef>
              <a:spcAft>
                <a:spcPts val="0"/>
              </a:spcAft>
              <a:buSzPts val="2400"/>
              <a:buNone/>
            </a:pPr>
            <a:endParaRPr sz="1400"/>
          </a:p>
          <a:p>
            <a:pPr marL="0" lvl="0" indent="0" algn="l" rtl="0">
              <a:lnSpc>
                <a:spcPct val="115000"/>
              </a:lnSpc>
              <a:spcBef>
                <a:spcPts val="600"/>
              </a:spcBef>
              <a:spcAft>
                <a:spcPts val="0"/>
              </a:spcAft>
              <a:buSzPts val="2400"/>
              <a:buNone/>
            </a:pP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1"/>
          <p:cNvSpPr txBox="1">
            <a:spLocks noGrp="1"/>
          </p:cNvSpPr>
          <p:nvPr>
            <p:ph type="title"/>
          </p:nvPr>
        </p:nvSpPr>
        <p:spPr>
          <a:xfrm>
            <a:off x="580550" y="205975"/>
            <a:ext cx="2258343" cy="506406"/>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SzPts val="3200"/>
              <a:buNone/>
            </a:pPr>
            <a:r>
              <a:rPr lang="en-US"/>
              <a:t>HTTP:</a:t>
            </a:r>
            <a:endParaRPr/>
          </a:p>
        </p:txBody>
      </p:sp>
      <p:sp>
        <p:nvSpPr>
          <p:cNvPr id="101" name="Google Shape;101;p11"/>
          <p:cNvSpPr txBox="1">
            <a:spLocks noGrp="1"/>
          </p:cNvSpPr>
          <p:nvPr>
            <p:ph type="body" idx="1"/>
          </p:nvPr>
        </p:nvSpPr>
        <p:spPr>
          <a:xfrm>
            <a:off x="318977" y="829341"/>
            <a:ext cx="8399721" cy="3920510"/>
          </a:xfrm>
          <a:prstGeom prst="rect">
            <a:avLst/>
          </a:prstGeom>
          <a:noFill/>
          <a:ln>
            <a:noFill/>
          </a:ln>
        </p:spPr>
        <p:txBody>
          <a:bodyPr spcFirstLastPara="1" wrap="square" lIns="0" tIns="0" rIns="0" bIns="0" anchor="t" anchorCtr="0">
            <a:noAutofit/>
          </a:bodyPr>
          <a:lstStyle/>
          <a:p>
            <a:pPr marL="457200" lvl="0" indent="-381000" algn="l" rtl="0">
              <a:lnSpc>
                <a:spcPct val="115000"/>
              </a:lnSpc>
              <a:spcBef>
                <a:spcPts val="600"/>
              </a:spcBef>
              <a:spcAft>
                <a:spcPts val="0"/>
              </a:spcAft>
              <a:buSzPts val="2400"/>
              <a:buChar char="⬡"/>
            </a:pPr>
            <a:r>
              <a:rPr lang="en-US" sz="2000"/>
              <a:t>Hyper-text-transfer-protocol (HTTP) is a procedural system for fetching resources (for example, HTML documents) .</a:t>
            </a:r>
            <a:endParaRPr/>
          </a:p>
          <a:p>
            <a:pPr marL="457200" lvl="0" indent="-381000" algn="l" rtl="0">
              <a:lnSpc>
                <a:spcPct val="115000"/>
              </a:lnSpc>
              <a:spcBef>
                <a:spcPts val="600"/>
              </a:spcBef>
              <a:spcAft>
                <a:spcPts val="0"/>
              </a:spcAft>
              <a:buSzPts val="2400"/>
              <a:buChar char="⬡"/>
            </a:pPr>
            <a:r>
              <a:rPr lang="en-US" sz="2000"/>
              <a:t> It is a client-server protocol, meaning requests are made by the recipient (typically the browser). </a:t>
            </a:r>
            <a:endParaRPr/>
          </a:p>
          <a:p>
            <a:pPr marL="457200" lvl="0" indent="-381000" algn="l" rtl="0">
              <a:lnSpc>
                <a:spcPct val="115000"/>
              </a:lnSpc>
              <a:spcBef>
                <a:spcPts val="600"/>
              </a:spcBef>
              <a:spcAft>
                <a:spcPts val="0"/>
              </a:spcAft>
              <a:buSzPts val="2400"/>
              <a:buChar char="⬡"/>
            </a:pPr>
            <a:r>
              <a:rPr lang="en-US" sz="2000"/>
              <a:t>HTTP is the foundation for any data exchange made on the Web and is essentially the backbone of the internet. </a:t>
            </a:r>
            <a:endParaRPr/>
          </a:p>
          <a:p>
            <a:pPr marL="457200" lvl="0" indent="-381000" algn="l" rtl="0">
              <a:lnSpc>
                <a:spcPct val="115000"/>
              </a:lnSpc>
              <a:spcBef>
                <a:spcPts val="600"/>
              </a:spcBef>
              <a:spcAft>
                <a:spcPts val="0"/>
              </a:spcAft>
              <a:buSzPts val="2400"/>
              <a:buChar char="⬡"/>
            </a:pPr>
            <a:r>
              <a:rPr lang="en-US" sz="2000"/>
              <a:t>From all the sub-documents fetched a complete document is reconstructed, including images, layout description, text, scripts, etc.</a:t>
            </a:r>
            <a:endParaRPr/>
          </a:p>
        </p:txBody>
      </p:sp>
      <p:sp>
        <p:nvSpPr>
          <p:cNvPr id="102" name="Google Shape;102;p11"/>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300"/>
              <a:buNone/>
            </a:pPr>
            <a:fld id="{00000000-1234-1234-1234-123412341234}" type="slidenum">
              <a:rPr lang="en-US"/>
              <a:t>11</a:t>
            </a:fld>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2"/>
          <p:cNvSpPr txBox="1">
            <a:spLocks noGrp="1"/>
          </p:cNvSpPr>
          <p:nvPr>
            <p:ph type="ctrTitle"/>
          </p:nvPr>
        </p:nvSpPr>
        <p:spPr>
          <a:xfrm>
            <a:off x="310115" y="311618"/>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HTTP Request/Response Cycle</a:t>
            </a:r>
            <a:endParaRPr/>
          </a:p>
        </p:txBody>
      </p:sp>
      <p:pic>
        <p:nvPicPr>
          <p:cNvPr id="108" name="Google Shape;108;p12"/>
          <p:cNvPicPr preferRelativeResize="0"/>
          <p:nvPr/>
        </p:nvPicPr>
        <p:blipFill rotWithShape="1">
          <a:blip r:embed="rId3">
            <a:alphaModFix/>
          </a:blip>
          <a:srcRect/>
          <a:stretch/>
        </p:blipFill>
        <p:spPr>
          <a:xfrm>
            <a:off x="5722705" y="2045304"/>
            <a:ext cx="2219340" cy="1159800"/>
          </a:xfrm>
          <a:prstGeom prst="rect">
            <a:avLst/>
          </a:prstGeom>
          <a:noFill/>
          <a:ln>
            <a:noFill/>
          </a:ln>
        </p:spPr>
      </p:pic>
      <p:pic>
        <p:nvPicPr>
          <p:cNvPr id="109" name="Google Shape;109;p12"/>
          <p:cNvPicPr preferRelativeResize="0"/>
          <p:nvPr/>
        </p:nvPicPr>
        <p:blipFill rotWithShape="1">
          <a:blip r:embed="rId4">
            <a:alphaModFix/>
          </a:blip>
          <a:srcRect/>
          <a:stretch/>
        </p:blipFill>
        <p:spPr>
          <a:xfrm>
            <a:off x="5790680" y="2449022"/>
            <a:ext cx="145275" cy="423000"/>
          </a:xfrm>
          <a:prstGeom prst="rect">
            <a:avLst/>
          </a:prstGeom>
          <a:noFill/>
          <a:ln>
            <a:noFill/>
          </a:ln>
        </p:spPr>
      </p:pic>
      <p:pic>
        <p:nvPicPr>
          <p:cNvPr id="110" name="Google Shape;110;p12"/>
          <p:cNvPicPr preferRelativeResize="0"/>
          <p:nvPr/>
        </p:nvPicPr>
        <p:blipFill rotWithShape="1">
          <a:blip r:embed="rId5">
            <a:alphaModFix/>
          </a:blip>
          <a:srcRect/>
          <a:stretch/>
        </p:blipFill>
        <p:spPr>
          <a:xfrm>
            <a:off x="6336726" y="1237502"/>
            <a:ext cx="1032700" cy="1209125"/>
          </a:xfrm>
          <a:prstGeom prst="rect">
            <a:avLst/>
          </a:prstGeom>
          <a:noFill/>
          <a:ln>
            <a:noFill/>
          </a:ln>
        </p:spPr>
      </p:pic>
      <p:pic>
        <p:nvPicPr>
          <p:cNvPr id="111" name="Google Shape;111;p12"/>
          <p:cNvPicPr preferRelativeResize="0"/>
          <p:nvPr/>
        </p:nvPicPr>
        <p:blipFill rotWithShape="1">
          <a:blip r:embed="rId6">
            <a:alphaModFix/>
          </a:blip>
          <a:srcRect/>
          <a:stretch/>
        </p:blipFill>
        <p:spPr>
          <a:xfrm>
            <a:off x="2291229" y="977694"/>
            <a:ext cx="4561540" cy="378865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3"/>
          <p:cNvSpPr txBox="1">
            <a:spLocks noGrp="1"/>
          </p:cNvSpPr>
          <p:nvPr>
            <p:ph type="ctrTitle"/>
          </p:nvPr>
        </p:nvSpPr>
        <p:spPr>
          <a:xfrm>
            <a:off x="310115" y="311618"/>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HTTP Request/Response Cycle</a:t>
            </a:r>
            <a:endParaRPr/>
          </a:p>
        </p:txBody>
      </p:sp>
      <p:pic>
        <p:nvPicPr>
          <p:cNvPr id="117" name="Google Shape;117;p13"/>
          <p:cNvPicPr preferRelativeResize="0"/>
          <p:nvPr/>
        </p:nvPicPr>
        <p:blipFill rotWithShape="1">
          <a:blip r:embed="rId3">
            <a:alphaModFix/>
          </a:blip>
          <a:srcRect/>
          <a:stretch/>
        </p:blipFill>
        <p:spPr>
          <a:xfrm>
            <a:off x="5722705" y="2045304"/>
            <a:ext cx="2219340" cy="1159800"/>
          </a:xfrm>
          <a:prstGeom prst="rect">
            <a:avLst/>
          </a:prstGeom>
          <a:noFill/>
          <a:ln>
            <a:noFill/>
          </a:ln>
        </p:spPr>
      </p:pic>
      <p:pic>
        <p:nvPicPr>
          <p:cNvPr id="118" name="Google Shape;118;p13"/>
          <p:cNvPicPr preferRelativeResize="0"/>
          <p:nvPr/>
        </p:nvPicPr>
        <p:blipFill rotWithShape="1">
          <a:blip r:embed="rId4">
            <a:alphaModFix/>
          </a:blip>
          <a:srcRect/>
          <a:stretch/>
        </p:blipFill>
        <p:spPr>
          <a:xfrm>
            <a:off x="5790680" y="2449022"/>
            <a:ext cx="145275" cy="423000"/>
          </a:xfrm>
          <a:prstGeom prst="rect">
            <a:avLst/>
          </a:prstGeom>
          <a:noFill/>
          <a:ln>
            <a:noFill/>
          </a:ln>
        </p:spPr>
      </p:pic>
      <p:pic>
        <p:nvPicPr>
          <p:cNvPr id="119" name="Google Shape;119;p13"/>
          <p:cNvPicPr preferRelativeResize="0"/>
          <p:nvPr/>
        </p:nvPicPr>
        <p:blipFill rotWithShape="1">
          <a:blip r:embed="rId5">
            <a:alphaModFix/>
          </a:blip>
          <a:srcRect/>
          <a:stretch/>
        </p:blipFill>
        <p:spPr>
          <a:xfrm>
            <a:off x="6336726" y="1237502"/>
            <a:ext cx="1032700" cy="1209125"/>
          </a:xfrm>
          <a:prstGeom prst="rect">
            <a:avLst/>
          </a:prstGeom>
          <a:noFill/>
          <a:ln>
            <a:noFill/>
          </a:ln>
        </p:spPr>
      </p:pic>
      <p:pic>
        <p:nvPicPr>
          <p:cNvPr id="120" name="Google Shape;120;p13"/>
          <p:cNvPicPr preferRelativeResize="0"/>
          <p:nvPr/>
        </p:nvPicPr>
        <p:blipFill rotWithShape="1">
          <a:blip r:embed="rId6">
            <a:alphaModFix/>
          </a:blip>
          <a:srcRect/>
          <a:stretch/>
        </p:blipFill>
        <p:spPr>
          <a:xfrm>
            <a:off x="780549" y="1024430"/>
            <a:ext cx="7582902" cy="369518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125" name="Google Shape;125;p14"/>
          <p:cNvPicPr preferRelativeResize="0"/>
          <p:nvPr/>
        </p:nvPicPr>
        <p:blipFill rotWithShape="1">
          <a:blip r:embed="rId3">
            <a:alphaModFix/>
          </a:blip>
          <a:srcRect/>
          <a:stretch/>
        </p:blipFill>
        <p:spPr>
          <a:xfrm>
            <a:off x="5722705" y="2045304"/>
            <a:ext cx="2219340" cy="1159800"/>
          </a:xfrm>
          <a:prstGeom prst="rect">
            <a:avLst/>
          </a:prstGeom>
          <a:noFill/>
          <a:ln>
            <a:noFill/>
          </a:ln>
        </p:spPr>
      </p:pic>
      <p:pic>
        <p:nvPicPr>
          <p:cNvPr id="126" name="Google Shape;126;p14"/>
          <p:cNvPicPr preferRelativeResize="0"/>
          <p:nvPr/>
        </p:nvPicPr>
        <p:blipFill rotWithShape="1">
          <a:blip r:embed="rId4">
            <a:alphaModFix/>
          </a:blip>
          <a:srcRect/>
          <a:stretch/>
        </p:blipFill>
        <p:spPr>
          <a:xfrm>
            <a:off x="5790680" y="2449022"/>
            <a:ext cx="145275" cy="423000"/>
          </a:xfrm>
          <a:prstGeom prst="rect">
            <a:avLst/>
          </a:prstGeom>
          <a:noFill/>
          <a:ln>
            <a:noFill/>
          </a:ln>
        </p:spPr>
      </p:pic>
      <p:pic>
        <p:nvPicPr>
          <p:cNvPr id="127" name="Google Shape;127;p14"/>
          <p:cNvPicPr preferRelativeResize="0"/>
          <p:nvPr/>
        </p:nvPicPr>
        <p:blipFill rotWithShape="1">
          <a:blip r:embed="rId5">
            <a:alphaModFix/>
          </a:blip>
          <a:srcRect/>
          <a:stretch/>
        </p:blipFill>
        <p:spPr>
          <a:xfrm>
            <a:off x="6336726" y="1237502"/>
            <a:ext cx="1032700" cy="1209125"/>
          </a:xfrm>
          <a:prstGeom prst="rect">
            <a:avLst/>
          </a:prstGeom>
          <a:noFill/>
          <a:ln>
            <a:noFill/>
          </a:ln>
        </p:spPr>
      </p:pic>
      <p:pic>
        <p:nvPicPr>
          <p:cNvPr id="128" name="Google Shape;128;p14"/>
          <p:cNvPicPr preferRelativeResize="0"/>
          <p:nvPr/>
        </p:nvPicPr>
        <p:blipFill rotWithShape="1">
          <a:blip r:embed="rId6">
            <a:alphaModFix/>
          </a:blip>
          <a:srcRect/>
          <a:stretch/>
        </p:blipFill>
        <p:spPr>
          <a:xfrm>
            <a:off x="730687" y="-429712"/>
            <a:ext cx="7682626" cy="600292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5"/>
          <p:cNvSpPr txBox="1">
            <a:spLocks noGrp="1"/>
          </p:cNvSpPr>
          <p:nvPr>
            <p:ph type="title"/>
          </p:nvPr>
        </p:nvSpPr>
        <p:spPr>
          <a:xfrm>
            <a:off x="580550" y="205975"/>
            <a:ext cx="6014400" cy="527672"/>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SzPts val="3200"/>
              <a:buNone/>
            </a:pPr>
            <a:r>
              <a:rPr lang="en-US"/>
              <a:t>HTTP Requests</a:t>
            </a:r>
            <a:endParaRPr/>
          </a:p>
        </p:txBody>
      </p:sp>
      <p:sp>
        <p:nvSpPr>
          <p:cNvPr id="134" name="Google Shape;134;p15"/>
          <p:cNvSpPr txBox="1">
            <a:spLocks noGrp="1"/>
          </p:cNvSpPr>
          <p:nvPr>
            <p:ph type="body" idx="1"/>
          </p:nvPr>
        </p:nvSpPr>
        <p:spPr>
          <a:xfrm>
            <a:off x="580550" y="1352551"/>
            <a:ext cx="8021190" cy="3028064"/>
          </a:xfrm>
          <a:prstGeom prst="rect">
            <a:avLst/>
          </a:prstGeom>
          <a:noFill/>
          <a:ln>
            <a:noFill/>
          </a:ln>
        </p:spPr>
        <p:txBody>
          <a:bodyPr spcFirstLastPara="1" wrap="square" lIns="0" tIns="0" rIns="0" bIns="0" anchor="t" anchorCtr="0">
            <a:noAutofit/>
          </a:bodyPr>
          <a:lstStyle/>
          <a:p>
            <a:pPr marL="457200" lvl="0" indent="-381000" algn="l" rtl="0">
              <a:lnSpc>
                <a:spcPct val="115000"/>
              </a:lnSpc>
              <a:spcBef>
                <a:spcPts val="600"/>
              </a:spcBef>
              <a:spcAft>
                <a:spcPts val="0"/>
              </a:spcAft>
              <a:buSzPts val="2400"/>
              <a:buChar char="⬡"/>
            </a:pPr>
            <a:r>
              <a:rPr lang="en-US" sz="1400"/>
              <a:t>A HTTP request is a text string generated by the client and sent to the server containing the specifications of the resource the client is asking for. </a:t>
            </a:r>
            <a:endParaRPr/>
          </a:p>
          <a:p>
            <a:pPr marL="457200" lvl="0" indent="-381000" algn="l" rtl="0">
              <a:lnSpc>
                <a:spcPct val="115000"/>
              </a:lnSpc>
              <a:spcBef>
                <a:spcPts val="600"/>
              </a:spcBef>
              <a:spcAft>
                <a:spcPts val="0"/>
              </a:spcAft>
              <a:buSzPts val="2400"/>
              <a:buChar char="⬡"/>
            </a:pPr>
            <a:r>
              <a:rPr lang="en-US" sz="1400"/>
              <a:t>A resource is anything that can accessed via the web. </a:t>
            </a:r>
            <a:endParaRPr/>
          </a:p>
          <a:p>
            <a:pPr marL="457200" lvl="0" indent="-381000" algn="l" rtl="0">
              <a:lnSpc>
                <a:spcPct val="115000"/>
              </a:lnSpc>
              <a:spcBef>
                <a:spcPts val="600"/>
              </a:spcBef>
              <a:spcAft>
                <a:spcPts val="0"/>
              </a:spcAft>
              <a:buSzPts val="2400"/>
              <a:buChar char="⬡"/>
            </a:pPr>
            <a:r>
              <a:rPr lang="en-US" sz="1400"/>
              <a:t>The HTTP request communicates which resource a client wants to interact with and how the client wants to interact with it, along with some metadata held in the header related to the request.</a:t>
            </a:r>
            <a:endParaRPr/>
          </a:p>
          <a:p>
            <a:pPr marL="457200" lvl="0" indent="-381000" algn="l" rtl="0">
              <a:lnSpc>
                <a:spcPct val="115000"/>
              </a:lnSpc>
              <a:spcBef>
                <a:spcPts val="600"/>
              </a:spcBef>
              <a:spcAft>
                <a:spcPts val="0"/>
              </a:spcAft>
              <a:buSzPts val="2400"/>
              <a:buChar char="⬡"/>
            </a:pPr>
            <a:r>
              <a:rPr lang="en-US" sz="1400"/>
              <a:t>The resource the client wants to interact with is communicated through the URL that is sent with the request. </a:t>
            </a:r>
            <a:endParaRPr/>
          </a:p>
          <a:p>
            <a:pPr marL="457200" lvl="0" indent="-381000" algn="l" rtl="0">
              <a:lnSpc>
                <a:spcPct val="115000"/>
              </a:lnSpc>
              <a:spcBef>
                <a:spcPts val="600"/>
              </a:spcBef>
              <a:spcAft>
                <a:spcPts val="0"/>
              </a:spcAft>
              <a:buSzPts val="2400"/>
              <a:buChar char="⬡"/>
            </a:pPr>
            <a:r>
              <a:rPr lang="en-US" sz="1400"/>
              <a:t>For example, if a user entered http://twitter.com into their web browser, the web browser would send a request to the server looking for the Twitter resource.</a:t>
            </a:r>
            <a:endParaRPr/>
          </a:p>
        </p:txBody>
      </p:sp>
      <p:sp>
        <p:nvSpPr>
          <p:cNvPr id="135" name="Google Shape;135;p15"/>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300"/>
              <a:buNone/>
            </a:pPr>
            <a:fld id="{00000000-1234-1234-1234-123412341234}" type="slidenum">
              <a:rPr lang="en-US"/>
              <a:t>15</a:t>
            </a:fld>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6"/>
          <p:cNvSpPr txBox="1">
            <a:spLocks noGrp="1"/>
          </p:cNvSpPr>
          <p:nvPr>
            <p:ph type="title"/>
          </p:nvPr>
        </p:nvSpPr>
        <p:spPr>
          <a:xfrm>
            <a:off x="580550" y="205975"/>
            <a:ext cx="6014400" cy="85740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SzPts val="3200"/>
              <a:buNone/>
            </a:pPr>
            <a:r>
              <a:rPr lang="en-US"/>
              <a:t>HTTP stands for:</a:t>
            </a:r>
            <a:endParaRPr/>
          </a:p>
        </p:txBody>
      </p:sp>
      <p:sp>
        <p:nvSpPr>
          <p:cNvPr id="141" name="Google Shape;141;p16"/>
          <p:cNvSpPr txBox="1">
            <a:spLocks noGrp="1"/>
          </p:cNvSpPr>
          <p:nvPr>
            <p:ph type="body" idx="1"/>
          </p:nvPr>
        </p:nvSpPr>
        <p:spPr>
          <a:xfrm>
            <a:off x="580550" y="1352550"/>
            <a:ext cx="6014400" cy="3161700"/>
          </a:xfrm>
          <a:prstGeom prst="rect">
            <a:avLst/>
          </a:prstGeom>
          <a:noFill/>
          <a:ln>
            <a:noFill/>
          </a:ln>
        </p:spPr>
        <p:txBody>
          <a:bodyPr spcFirstLastPara="1" wrap="square" lIns="0" tIns="0" rIns="0" bIns="0" anchor="t" anchorCtr="0">
            <a:noAutofit/>
          </a:bodyPr>
          <a:lstStyle/>
          <a:p>
            <a:pPr marL="457200" lvl="0" indent="-381000" algn="l" rtl="0">
              <a:lnSpc>
                <a:spcPct val="115000"/>
              </a:lnSpc>
              <a:spcBef>
                <a:spcPts val="600"/>
              </a:spcBef>
              <a:spcAft>
                <a:spcPts val="0"/>
              </a:spcAft>
              <a:buSzPts val="2400"/>
              <a:buChar char="⬡"/>
            </a:pPr>
            <a:r>
              <a:rPr lang="en-US"/>
              <a:t>Hyper text markup language.</a:t>
            </a:r>
            <a:endParaRPr/>
          </a:p>
          <a:p>
            <a:pPr marL="457200" lvl="0" indent="-381000" algn="l" rtl="0">
              <a:lnSpc>
                <a:spcPct val="115000"/>
              </a:lnSpc>
              <a:spcBef>
                <a:spcPts val="600"/>
              </a:spcBef>
              <a:spcAft>
                <a:spcPts val="0"/>
              </a:spcAft>
              <a:buSzPts val="2400"/>
              <a:buChar char="⬡"/>
            </a:pPr>
            <a:r>
              <a:rPr lang="en-US"/>
              <a:t>Hyper text transfer protocol.</a:t>
            </a:r>
            <a:endParaRPr/>
          </a:p>
          <a:p>
            <a:pPr marL="457200" lvl="0" indent="-381000" algn="l" rtl="0">
              <a:lnSpc>
                <a:spcPct val="115000"/>
              </a:lnSpc>
              <a:spcBef>
                <a:spcPts val="600"/>
              </a:spcBef>
              <a:spcAft>
                <a:spcPts val="0"/>
              </a:spcAft>
              <a:buSzPts val="2400"/>
              <a:buChar char="⬡"/>
            </a:pPr>
            <a:r>
              <a:rPr lang="en-US"/>
              <a:t>Hyper text translate protocol.</a:t>
            </a:r>
            <a:endParaRPr/>
          </a:p>
          <a:p>
            <a:pPr marL="457200" lvl="0" indent="-381000" algn="l" rtl="0">
              <a:lnSpc>
                <a:spcPct val="115000"/>
              </a:lnSpc>
              <a:spcBef>
                <a:spcPts val="600"/>
              </a:spcBef>
              <a:spcAft>
                <a:spcPts val="0"/>
              </a:spcAft>
              <a:buSzPts val="2400"/>
              <a:buChar char="⬡"/>
            </a:pPr>
            <a:r>
              <a:rPr lang="en-US"/>
              <a:t>Higher text transfer protocol.</a:t>
            </a:r>
            <a:endParaRPr/>
          </a:p>
        </p:txBody>
      </p:sp>
      <p:sp>
        <p:nvSpPr>
          <p:cNvPr id="142" name="Google Shape;142;p16"/>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300"/>
              <a:buNone/>
            </a:pPr>
            <a:fld id="{00000000-1234-1234-1234-123412341234}" type="slidenum">
              <a:rPr lang="en-US"/>
              <a:t>16</a:t>
            </a:fld>
            <a:endParaRPr/>
          </a:p>
        </p:txBody>
      </p:sp>
      <p:pic>
        <p:nvPicPr>
          <p:cNvPr id="143" name="Google Shape;143;p16"/>
          <p:cNvPicPr preferRelativeResize="0"/>
          <p:nvPr/>
        </p:nvPicPr>
        <p:blipFill rotWithShape="1">
          <a:blip r:embed="rId3">
            <a:alphaModFix/>
          </a:blip>
          <a:srcRect/>
          <a:stretch/>
        </p:blipFill>
        <p:spPr>
          <a:xfrm>
            <a:off x="3462227" y="3714750"/>
            <a:ext cx="2219546" cy="5715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7"/>
          <p:cNvSpPr txBox="1">
            <a:spLocks noGrp="1"/>
          </p:cNvSpPr>
          <p:nvPr>
            <p:ph type="body" idx="1"/>
          </p:nvPr>
        </p:nvSpPr>
        <p:spPr>
          <a:xfrm>
            <a:off x="393056" y="308836"/>
            <a:ext cx="8258650" cy="21495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SzPts val="2400"/>
              <a:buNone/>
            </a:pPr>
            <a:r>
              <a:rPr lang="en-US" sz="3200"/>
              <a:t>Agenda</a:t>
            </a:r>
            <a:endParaRPr/>
          </a:p>
          <a:p>
            <a:pPr marL="0" lvl="0" indent="0" algn="l" rtl="0">
              <a:lnSpc>
                <a:spcPct val="115000"/>
              </a:lnSpc>
              <a:spcBef>
                <a:spcPts val="600"/>
              </a:spcBef>
              <a:spcAft>
                <a:spcPts val="0"/>
              </a:spcAft>
              <a:buSzPts val="2400"/>
              <a:buNone/>
            </a:pPr>
            <a:endParaRPr sz="1400"/>
          </a:p>
          <a:p>
            <a:pPr marL="342900" lvl="0" indent="-342900" algn="l" rtl="0">
              <a:lnSpc>
                <a:spcPct val="115000"/>
              </a:lnSpc>
              <a:spcBef>
                <a:spcPts val="600"/>
              </a:spcBef>
              <a:spcAft>
                <a:spcPts val="0"/>
              </a:spcAft>
              <a:buSzPts val="2400"/>
              <a:buChar char="⬡"/>
            </a:pPr>
            <a:r>
              <a:rPr lang="en-US" sz="1400"/>
              <a:t>What is Internet and Web Servers</a:t>
            </a:r>
            <a:endParaRPr/>
          </a:p>
          <a:p>
            <a:pPr marL="342900" lvl="0" indent="-342900" algn="l" rtl="0">
              <a:lnSpc>
                <a:spcPct val="115000"/>
              </a:lnSpc>
              <a:spcBef>
                <a:spcPts val="600"/>
              </a:spcBef>
              <a:spcAft>
                <a:spcPts val="0"/>
              </a:spcAft>
              <a:buSzPts val="2400"/>
              <a:buChar char="⬡"/>
            </a:pPr>
            <a:r>
              <a:rPr lang="en-US" sz="1400"/>
              <a:t>HTTP Request/Response Cycle</a:t>
            </a:r>
            <a:endParaRPr/>
          </a:p>
          <a:p>
            <a:pPr marL="342900" lvl="0" indent="-342900" algn="l" rtl="0">
              <a:lnSpc>
                <a:spcPct val="115000"/>
              </a:lnSpc>
              <a:spcBef>
                <a:spcPts val="600"/>
              </a:spcBef>
              <a:spcAft>
                <a:spcPts val="0"/>
              </a:spcAft>
              <a:buSzPts val="2400"/>
              <a:buChar char="⬡"/>
            </a:pPr>
            <a:r>
              <a:rPr lang="en-US" sz="1400" b="1" u="sng"/>
              <a:t>REST API Web Services</a:t>
            </a:r>
            <a:endParaRPr/>
          </a:p>
          <a:p>
            <a:pPr marL="342900" lvl="0" indent="-342900" algn="l" rtl="0">
              <a:lnSpc>
                <a:spcPct val="115000"/>
              </a:lnSpc>
              <a:spcBef>
                <a:spcPts val="600"/>
              </a:spcBef>
              <a:spcAft>
                <a:spcPts val="0"/>
              </a:spcAft>
              <a:buSzPts val="2400"/>
              <a:buChar char="⬡"/>
            </a:pPr>
            <a:r>
              <a:rPr lang="en-US" sz="1400"/>
              <a:t>Work with JSON</a:t>
            </a:r>
            <a:endParaRPr/>
          </a:p>
          <a:p>
            <a:pPr marL="342900" lvl="0" indent="-342900" algn="l" rtl="0">
              <a:lnSpc>
                <a:spcPct val="115000"/>
              </a:lnSpc>
              <a:spcBef>
                <a:spcPts val="600"/>
              </a:spcBef>
              <a:spcAft>
                <a:spcPts val="0"/>
              </a:spcAft>
              <a:buSzPts val="2400"/>
              <a:buChar char="⬡"/>
            </a:pPr>
            <a:r>
              <a:rPr lang="en-US" sz="1400"/>
              <a:t>HTML</a:t>
            </a:r>
            <a:endParaRPr/>
          </a:p>
          <a:p>
            <a:pPr marL="342900" lvl="0" indent="-342900" algn="l" rtl="0">
              <a:lnSpc>
                <a:spcPct val="115000"/>
              </a:lnSpc>
              <a:spcBef>
                <a:spcPts val="600"/>
              </a:spcBef>
              <a:spcAft>
                <a:spcPts val="0"/>
              </a:spcAft>
              <a:buSzPts val="2400"/>
              <a:buChar char="⬡"/>
            </a:pPr>
            <a:r>
              <a:rPr lang="en-US" sz="1400"/>
              <a:t>CSS</a:t>
            </a:r>
            <a:endParaRPr/>
          </a:p>
          <a:p>
            <a:pPr marL="342900" lvl="0" indent="-342900" algn="l" rtl="0">
              <a:lnSpc>
                <a:spcPct val="115000"/>
              </a:lnSpc>
              <a:spcBef>
                <a:spcPts val="600"/>
              </a:spcBef>
              <a:spcAft>
                <a:spcPts val="0"/>
              </a:spcAft>
              <a:buSzPts val="2400"/>
              <a:buChar char="⬡"/>
            </a:pPr>
            <a:r>
              <a:rPr lang="en-US" sz="1400"/>
              <a:t>Scrapping Concept</a:t>
            </a:r>
            <a:endParaRPr/>
          </a:p>
          <a:p>
            <a:pPr marL="342900" lvl="0" indent="-342900" algn="l" rtl="0">
              <a:lnSpc>
                <a:spcPct val="115000"/>
              </a:lnSpc>
              <a:spcBef>
                <a:spcPts val="600"/>
              </a:spcBef>
              <a:spcAft>
                <a:spcPts val="0"/>
              </a:spcAft>
              <a:buSzPts val="2400"/>
              <a:buChar char="⬡"/>
            </a:pPr>
            <a:r>
              <a:rPr lang="en-US" sz="1400">
                <a:latin typeface="Consolas"/>
                <a:ea typeface="Consolas"/>
                <a:cs typeface="Consolas"/>
                <a:sym typeface="Consolas"/>
              </a:rPr>
              <a:t>BeautifulSoap</a:t>
            </a:r>
            <a:r>
              <a:rPr lang="en-US" sz="1400"/>
              <a:t> Library</a:t>
            </a:r>
            <a:endParaRPr/>
          </a:p>
          <a:p>
            <a:pPr marL="342900" lvl="0" indent="-190500" algn="l" rtl="0">
              <a:lnSpc>
                <a:spcPct val="115000"/>
              </a:lnSpc>
              <a:spcBef>
                <a:spcPts val="600"/>
              </a:spcBef>
              <a:spcAft>
                <a:spcPts val="0"/>
              </a:spcAft>
              <a:buSzPts val="2400"/>
              <a:buNone/>
            </a:pPr>
            <a:endParaRPr sz="1400"/>
          </a:p>
          <a:p>
            <a:pPr marL="0" lvl="0" indent="0" algn="l" rtl="0">
              <a:lnSpc>
                <a:spcPct val="115000"/>
              </a:lnSpc>
              <a:spcBef>
                <a:spcPts val="600"/>
              </a:spcBef>
              <a:spcAft>
                <a:spcPts val="0"/>
              </a:spcAft>
              <a:buSzPts val="2400"/>
              <a:buNone/>
            </a:pP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8"/>
          <p:cNvSpPr txBox="1">
            <a:spLocks noGrp="1"/>
          </p:cNvSpPr>
          <p:nvPr>
            <p:ph type="ctrTitle"/>
          </p:nvPr>
        </p:nvSpPr>
        <p:spPr>
          <a:xfrm>
            <a:off x="532244" y="120503"/>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REST API Web Services </a:t>
            </a:r>
            <a:endParaRPr/>
          </a:p>
        </p:txBody>
      </p:sp>
      <p:pic>
        <p:nvPicPr>
          <p:cNvPr id="154" name="Google Shape;154;p18"/>
          <p:cNvPicPr preferRelativeResize="0"/>
          <p:nvPr/>
        </p:nvPicPr>
        <p:blipFill rotWithShape="1">
          <a:blip r:embed="rId3">
            <a:alphaModFix/>
          </a:blip>
          <a:srcRect/>
          <a:stretch/>
        </p:blipFill>
        <p:spPr>
          <a:xfrm>
            <a:off x="5722705" y="2045304"/>
            <a:ext cx="2219340" cy="1159800"/>
          </a:xfrm>
          <a:prstGeom prst="rect">
            <a:avLst/>
          </a:prstGeom>
          <a:noFill/>
          <a:ln>
            <a:noFill/>
          </a:ln>
        </p:spPr>
      </p:pic>
      <p:pic>
        <p:nvPicPr>
          <p:cNvPr id="155" name="Google Shape;155;p18"/>
          <p:cNvPicPr preferRelativeResize="0"/>
          <p:nvPr/>
        </p:nvPicPr>
        <p:blipFill rotWithShape="1">
          <a:blip r:embed="rId4">
            <a:alphaModFix/>
          </a:blip>
          <a:srcRect/>
          <a:stretch/>
        </p:blipFill>
        <p:spPr>
          <a:xfrm>
            <a:off x="5790680" y="2449022"/>
            <a:ext cx="145275" cy="423000"/>
          </a:xfrm>
          <a:prstGeom prst="rect">
            <a:avLst/>
          </a:prstGeom>
          <a:noFill/>
          <a:ln>
            <a:noFill/>
          </a:ln>
        </p:spPr>
      </p:pic>
      <p:pic>
        <p:nvPicPr>
          <p:cNvPr id="156" name="Google Shape;156;p18"/>
          <p:cNvPicPr preferRelativeResize="0"/>
          <p:nvPr/>
        </p:nvPicPr>
        <p:blipFill rotWithShape="1">
          <a:blip r:embed="rId5">
            <a:alphaModFix/>
          </a:blip>
          <a:srcRect/>
          <a:stretch/>
        </p:blipFill>
        <p:spPr>
          <a:xfrm>
            <a:off x="6336726" y="1237502"/>
            <a:ext cx="1032700" cy="1209125"/>
          </a:xfrm>
          <a:prstGeom prst="rect">
            <a:avLst/>
          </a:prstGeom>
          <a:noFill/>
          <a:ln>
            <a:noFill/>
          </a:ln>
        </p:spPr>
      </p:pic>
      <p:pic>
        <p:nvPicPr>
          <p:cNvPr id="157" name="Google Shape;157;p18"/>
          <p:cNvPicPr preferRelativeResize="0"/>
          <p:nvPr/>
        </p:nvPicPr>
        <p:blipFill rotWithShape="1">
          <a:blip r:embed="rId6">
            <a:alphaModFix/>
          </a:blip>
          <a:srcRect/>
          <a:stretch/>
        </p:blipFill>
        <p:spPr>
          <a:xfrm>
            <a:off x="3900968" y="737190"/>
            <a:ext cx="5190462" cy="3612619"/>
          </a:xfrm>
          <a:prstGeom prst="rect">
            <a:avLst/>
          </a:prstGeom>
          <a:noFill/>
          <a:ln>
            <a:noFill/>
          </a:ln>
        </p:spPr>
      </p:pic>
      <p:sp>
        <p:nvSpPr>
          <p:cNvPr id="158" name="Google Shape;158;p18"/>
          <p:cNvSpPr txBox="1"/>
          <p:nvPr/>
        </p:nvSpPr>
        <p:spPr>
          <a:xfrm>
            <a:off x="228599" y="671420"/>
            <a:ext cx="3672369" cy="44012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chemeClr val="lt1"/>
                </a:solidFill>
                <a:latin typeface="Lexend Deca"/>
                <a:ea typeface="Lexend Deca"/>
                <a:cs typeface="Lexend Deca"/>
                <a:sym typeface="Lexend Deca"/>
              </a:rPr>
              <a:t>Have you ever asked how we connect to something like Facebook, Google, Amazon etc. and we can see our profiles or data ?!!</a:t>
            </a:r>
            <a:endParaRPr/>
          </a:p>
          <a:p>
            <a:pPr marL="0" marR="0" lvl="0" indent="0" algn="l" rtl="0">
              <a:lnSpc>
                <a:spcPct val="100000"/>
              </a:lnSpc>
              <a:spcBef>
                <a:spcPts val="0"/>
              </a:spcBef>
              <a:spcAft>
                <a:spcPts val="0"/>
              </a:spcAft>
              <a:buNone/>
            </a:pPr>
            <a:endParaRPr sz="1400" b="0" i="0" u="none" strike="noStrike" cap="none">
              <a:solidFill>
                <a:schemeClr val="lt1"/>
              </a:solidFill>
              <a:latin typeface="Lexend Deca"/>
              <a:ea typeface="Lexend Deca"/>
              <a:cs typeface="Lexend Deca"/>
              <a:sym typeface="Lexend Deca"/>
            </a:endParaRPr>
          </a:p>
          <a:p>
            <a:pPr marL="0" marR="0" lvl="0" indent="0" algn="l" rtl="0">
              <a:lnSpc>
                <a:spcPct val="100000"/>
              </a:lnSpc>
              <a:spcBef>
                <a:spcPts val="0"/>
              </a:spcBef>
              <a:spcAft>
                <a:spcPts val="0"/>
              </a:spcAft>
              <a:buNone/>
            </a:pPr>
            <a:r>
              <a:rPr lang="en-US" sz="1400" b="0" i="0" u="none" strike="noStrike" cap="none">
                <a:solidFill>
                  <a:schemeClr val="lt1"/>
                </a:solidFill>
                <a:latin typeface="Lexend Deca"/>
                <a:ea typeface="Lexend Deca"/>
                <a:cs typeface="Lexend Deca"/>
                <a:sym typeface="Lexend Deca"/>
              </a:rPr>
              <a:t>It’s all about API (Application Programing Interface)</a:t>
            </a:r>
            <a:endParaRPr/>
          </a:p>
          <a:p>
            <a:pPr marL="0" marR="0" lvl="0" indent="0" algn="l" rtl="0">
              <a:lnSpc>
                <a:spcPct val="100000"/>
              </a:lnSpc>
              <a:spcBef>
                <a:spcPts val="0"/>
              </a:spcBef>
              <a:spcAft>
                <a:spcPts val="0"/>
              </a:spcAft>
              <a:buNone/>
            </a:pPr>
            <a:endParaRPr sz="1400" b="0" i="0" u="none" strike="noStrike" cap="none">
              <a:solidFill>
                <a:schemeClr val="lt1"/>
              </a:solidFill>
              <a:latin typeface="Lexend Deca"/>
              <a:ea typeface="Lexend Deca"/>
              <a:cs typeface="Lexend Deca"/>
              <a:sym typeface="Lexend Deca"/>
            </a:endParaRPr>
          </a:p>
          <a:p>
            <a:pPr marL="0" marR="0" lvl="0" indent="0" algn="l" rtl="0">
              <a:lnSpc>
                <a:spcPct val="100000"/>
              </a:lnSpc>
              <a:spcBef>
                <a:spcPts val="0"/>
              </a:spcBef>
              <a:spcAft>
                <a:spcPts val="0"/>
              </a:spcAft>
              <a:buNone/>
            </a:pPr>
            <a:r>
              <a:rPr lang="en-US" sz="1400" b="0" i="0" u="none" strike="noStrike" cap="none">
                <a:solidFill>
                  <a:schemeClr val="lt1"/>
                </a:solidFill>
                <a:latin typeface="Lexend Deca"/>
                <a:ea typeface="Lexend Deca"/>
                <a:cs typeface="Lexend Deca"/>
                <a:sym typeface="Lexend Deca"/>
              </a:rPr>
              <a:t>We connect to the target and ask for API if exists, the API does the rest by retrieving data from database if allowed .</a:t>
            </a:r>
            <a:endParaRPr/>
          </a:p>
          <a:p>
            <a:pPr marL="0" marR="0" lvl="0" indent="0" algn="l" rtl="0">
              <a:lnSpc>
                <a:spcPct val="100000"/>
              </a:lnSpc>
              <a:spcBef>
                <a:spcPts val="0"/>
              </a:spcBef>
              <a:spcAft>
                <a:spcPts val="0"/>
              </a:spcAft>
              <a:buNone/>
            </a:pPr>
            <a:endParaRPr sz="1400" b="0" i="0" u="none" strike="noStrike" cap="none">
              <a:solidFill>
                <a:schemeClr val="lt1"/>
              </a:solidFill>
              <a:latin typeface="Lexend Deca"/>
              <a:ea typeface="Lexend Deca"/>
              <a:cs typeface="Lexend Deca"/>
              <a:sym typeface="Lexend Deca"/>
            </a:endParaRPr>
          </a:p>
          <a:p>
            <a:pPr marL="0" marR="0" lvl="0" indent="0" algn="l" rtl="0">
              <a:lnSpc>
                <a:spcPct val="100000"/>
              </a:lnSpc>
              <a:spcBef>
                <a:spcPts val="0"/>
              </a:spcBef>
              <a:spcAft>
                <a:spcPts val="0"/>
              </a:spcAft>
              <a:buNone/>
            </a:pPr>
            <a:r>
              <a:rPr lang="en-US" sz="1400" b="0" i="0" u="none" strike="noStrike" cap="none">
                <a:solidFill>
                  <a:schemeClr val="lt1"/>
                </a:solidFill>
                <a:latin typeface="Lexend Deca"/>
                <a:ea typeface="Lexend Deca"/>
                <a:cs typeface="Lexend Deca"/>
                <a:sym typeface="Lexend Deca"/>
              </a:rPr>
              <a:t>Modern APIs adhere to standards (typically HTTP and REST.</a:t>
            </a:r>
            <a:endParaRPr/>
          </a:p>
          <a:p>
            <a:pPr marL="0" marR="0" lvl="0" indent="0" algn="l" rtl="0">
              <a:lnSpc>
                <a:spcPct val="100000"/>
              </a:lnSpc>
              <a:spcBef>
                <a:spcPts val="0"/>
              </a:spcBef>
              <a:spcAft>
                <a:spcPts val="0"/>
              </a:spcAft>
              <a:buNone/>
            </a:pPr>
            <a:r>
              <a:rPr lang="en-US" sz="1400" b="0" i="0" u="none" strike="noStrike" cap="none">
                <a:solidFill>
                  <a:schemeClr val="lt1"/>
                </a:solidFill>
                <a:latin typeface="Lexend Deca"/>
                <a:ea typeface="Lexend Deca"/>
                <a:cs typeface="Lexend Deca"/>
                <a:sym typeface="Lexend Deca"/>
              </a:rPr>
              <a:t>managing, and versioning. </a:t>
            </a:r>
            <a:endParaRPr/>
          </a:p>
          <a:p>
            <a:pPr marL="0" marR="0" lvl="0" indent="0" algn="l" rtl="0">
              <a:lnSpc>
                <a:spcPct val="100000"/>
              </a:lnSpc>
              <a:spcBef>
                <a:spcPts val="0"/>
              </a:spcBef>
              <a:spcAft>
                <a:spcPts val="0"/>
              </a:spcAft>
              <a:buNone/>
            </a:pPr>
            <a:endParaRPr sz="1400" b="0" i="0" u="none" strike="noStrike" cap="none">
              <a:solidFill>
                <a:schemeClr val="lt1"/>
              </a:solidFill>
              <a:latin typeface="Lexend Deca"/>
              <a:ea typeface="Lexend Deca"/>
              <a:cs typeface="Lexend Deca"/>
              <a:sym typeface="Lexend Deca"/>
            </a:endParaRPr>
          </a:p>
          <a:p>
            <a:pPr marL="0" marR="0" lvl="0" indent="0" algn="l" rtl="0">
              <a:lnSpc>
                <a:spcPct val="100000"/>
              </a:lnSpc>
              <a:spcBef>
                <a:spcPts val="0"/>
              </a:spcBef>
              <a:spcAft>
                <a:spcPts val="0"/>
              </a:spcAft>
              <a:buNone/>
            </a:pPr>
            <a:r>
              <a:rPr lang="en-US" sz="1400" b="0" i="0" u="none" strike="noStrike" cap="none">
                <a:solidFill>
                  <a:schemeClr val="lt1"/>
                </a:solidFill>
                <a:latin typeface="Lexend Deca"/>
                <a:ea typeface="Lexend Deca"/>
                <a:cs typeface="Lexend Deca"/>
                <a:sym typeface="Lexend Deca"/>
              </a:rPr>
              <a:t> Also, modern APIs are well documented for consumption and versioning.</a:t>
            </a: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9"/>
          <p:cNvSpPr txBox="1">
            <a:spLocks noGrp="1"/>
          </p:cNvSpPr>
          <p:nvPr>
            <p:ph type="ctrTitle"/>
          </p:nvPr>
        </p:nvSpPr>
        <p:spPr>
          <a:xfrm>
            <a:off x="310115" y="311618"/>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REST API Web Services </a:t>
            </a:r>
            <a:endParaRPr/>
          </a:p>
        </p:txBody>
      </p:sp>
      <p:pic>
        <p:nvPicPr>
          <p:cNvPr id="164" name="Google Shape;164;p19"/>
          <p:cNvPicPr preferRelativeResize="0"/>
          <p:nvPr/>
        </p:nvPicPr>
        <p:blipFill rotWithShape="1">
          <a:blip r:embed="rId3">
            <a:alphaModFix/>
          </a:blip>
          <a:srcRect/>
          <a:stretch/>
        </p:blipFill>
        <p:spPr>
          <a:xfrm>
            <a:off x="5722705" y="2045304"/>
            <a:ext cx="2219340" cy="1159800"/>
          </a:xfrm>
          <a:prstGeom prst="rect">
            <a:avLst/>
          </a:prstGeom>
          <a:noFill/>
          <a:ln>
            <a:noFill/>
          </a:ln>
        </p:spPr>
      </p:pic>
      <p:pic>
        <p:nvPicPr>
          <p:cNvPr id="165" name="Google Shape;165;p19"/>
          <p:cNvPicPr preferRelativeResize="0"/>
          <p:nvPr/>
        </p:nvPicPr>
        <p:blipFill rotWithShape="1">
          <a:blip r:embed="rId4">
            <a:alphaModFix/>
          </a:blip>
          <a:srcRect/>
          <a:stretch/>
        </p:blipFill>
        <p:spPr>
          <a:xfrm>
            <a:off x="5790680" y="2449022"/>
            <a:ext cx="145275" cy="423000"/>
          </a:xfrm>
          <a:prstGeom prst="rect">
            <a:avLst/>
          </a:prstGeom>
          <a:noFill/>
          <a:ln>
            <a:noFill/>
          </a:ln>
        </p:spPr>
      </p:pic>
      <p:pic>
        <p:nvPicPr>
          <p:cNvPr id="166" name="Google Shape;166;p19"/>
          <p:cNvPicPr preferRelativeResize="0"/>
          <p:nvPr/>
        </p:nvPicPr>
        <p:blipFill rotWithShape="1">
          <a:blip r:embed="rId5">
            <a:alphaModFix/>
          </a:blip>
          <a:srcRect/>
          <a:stretch/>
        </p:blipFill>
        <p:spPr>
          <a:xfrm>
            <a:off x="6336726" y="1237502"/>
            <a:ext cx="1032700" cy="1209125"/>
          </a:xfrm>
          <a:prstGeom prst="rect">
            <a:avLst/>
          </a:prstGeom>
          <a:noFill/>
          <a:ln>
            <a:noFill/>
          </a:ln>
        </p:spPr>
      </p:pic>
      <p:pic>
        <p:nvPicPr>
          <p:cNvPr id="167" name="Google Shape;167;p19"/>
          <p:cNvPicPr preferRelativeResize="0"/>
          <p:nvPr/>
        </p:nvPicPr>
        <p:blipFill rotWithShape="1">
          <a:blip r:embed="rId6">
            <a:alphaModFix/>
          </a:blip>
          <a:srcRect/>
          <a:stretch/>
        </p:blipFill>
        <p:spPr>
          <a:xfrm>
            <a:off x="3241964" y="1237502"/>
            <a:ext cx="5555672" cy="2100970"/>
          </a:xfrm>
          <a:prstGeom prst="rect">
            <a:avLst/>
          </a:prstGeom>
          <a:noFill/>
          <a:ln>
            <a:noFill/>
          </a:ln>
        </p:spPr>
      </p:pic>
      <p:sp>
        <p:nvSpPr>
          <p:cNvPr id="168" name="Google Shape;168;p19"/>
          <p:cNvSpPr txBox="1"/>
          <p:nvPr/>
        </p:nvSpPr>
        <p:spPr>
          <a:xfrm>
            <a:off x="310115" y="1343891"/>
            <a:ext cx="2931849" cy="16004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chemeClr val="lt1"/>
                </a:solidFill>
                <a:latin typeface="Lexend Deca"/>
                <a:ea typeface="Lexend Deca"/>
                <a:cs typeface="Lexend Deca"/>
                <a:sym typeface="Lexend Deca"/>
              </a:rPr>
              <a:t>A good example for the API, if we want to know the weather of Egypt through a specific website.</a:t>
            </a:r>
            <a:br>
              <a:rPr lang="en-US" sz="1400" b="0" i="0" u="none" strike="noStrike" cap="none">
                <a:solidFill>
                  <a:schemeClr val="lt1"/>
                </a:solidFill>
                <a:latin typeface="Lexend Deca"/>
                <a:ea typeface="Lexend Deca"/>
                <a:cs typeface="Lexend Deca"/>
                <a:sym typeface="Lexend Deca"/>
              </a:rPr>
            </a:br>
            <a:r>
              <a:rPr lang="en-US" sz="1400" b="0" i="0" u="none" strike="noStrike" cap="none">
                <a:solidFill>
                  <a:schemeClr val="lt1"/>
                </a:solidFill>
                <a:latin typeface="Lexend Deca"/>
                <a:ea typeface="Lexend Deca"/>
                <a:cs typeface="Lexend Deca"/>
                <a:sym typeface="Lexend Deca"/>
              </a:rPr>
              <a:t>We connect to the website and ask for the API if exists and it does the rest</a:t>
            </a: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0"/>
          <p:cNvSpPr txBox="1">
            <a:spLocks noGrp="1"/>
          </p:cNvSpPr>
          <p:nvPr>
            <p:ph type="ctrTitle"/>
          </p:nvPr>
        </p:nvSpPr>
        <p:spPr>
          <a:xfrm>
            <a:off x="310115" y="311618"/>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REST API Web Services </a:t>
            </a:r>
            <a:endParaRPr/>
          </a:p>
        </p:txBody>
      </p:sp>
      <p:pic>
        <p:nvPicPr>
          <p:cNvPr id="174" name="Google Shape;174;p20"/>
          <p:cNvPicPr preferRelativeResize="0"/>
          <p:nvPr/>
        </p:nvPicPr>
        <p:blipFill rotWithShape="1">
          <a:blip r:embed="rId3">
            <a:alphaModFix/>
          </a:blip>
          <a:srcRect/>
          <a:stretch/>
        </p:blipFill>
        <p:spPr>
          <a:xfrm>
            <a:off x="5722705" y="2045304"/>
            <a:ext cx="2219340" cy="1159800"/>
          </a:xfrm>
          <a:prstGeom prst="rect">
            <a:avLst/>
          </a:prstGeom>
          <a:noFill/>
          <a:ln>
            <a:noFill/>
          </a:ln>
        </p:spPr>
      </p:pic>
      <p:pic>
        <p:nvPicPr>
          <p:cNvPr id="175" name="Google Shape;175;p20"/>
          <p:cNvPicPr preferRelativeResize="0"/>
          <p:nvPr/>
        </p:nvPicPr>
        <p:blipFill rotWithShape="1">
          <a:blip r:embed="rId4">
            <a:alphaModFix/>
          </a:blip>
          <a:srcRect/>
          <a:stretch/>
        </p:blipFill>
        <p:spPr>
          <a:xfrm>
            <a:off x="5790680" y="2449022"/>
            <a:ext cx="145275" cy="423000"/>
          </a:xfrm>
          <a:prstGeom prst="rect">
            <a:avLst/>
          </a:prstGeom>
          <a:noFill/>
          <a:ln>
            <a:noFill/>
          </a:ln>
        </p:spPr>
      </p:pic>
      <p:pic>
        <p:nvPicPr>
          <p:cNvPr id="176" name="Google Shape;176;p20"/>
          <p:cNvPicPr preferRelativeResize="0"/>
          <p:nvPr/>
        </p:nvPicPr>
        <p:blipFill rotWithShape="1">
          <a:blip r:embed="rId5">
            <a:alphaModFix/>
          </a:blip>
          <a:srcRect/>
          <a:stretch/>
        </p:blipFill>
        <p:spPr>
          <a:xfrm>
            <a:off x="6336726" y="1237502"/>
            <a:ext cx="1032700" cy="1209125"/>
          </a:xfrm>
          <a:prstGeom prst="rect">
            <a:avLst/>
          </a:prstGeom>
          <a:noFill/>
          <a:ln>
            <a:noFill/>
          </a:ln>
        </p:spPr>
      </p:pic>
      <p:pic>
        <p:nvPicPr>
          <p:cNvPr id="177" name="Google Shape;177;p20"/>
          <p:cNvPicPr preferRelativeResize="0"/>
          <p:nvPr/>
        </p:nvPicPr>
        <p:blipFill rotWithShape="1">
          <a:blip r:embed="rId6">
            <a:alphaModFix/>
          </a:blip>
          <a:srcRect/>
          <a:stretch/>
        </p:blipFill>
        <p:spPr>
          <a:xfrm>
            <a:off x="4572000" y="1154032"/>
            <a:ext cx="3954536" cy="3012980"/>
          </a:xfrm>
          <a:prstGeom prst="rect">
            <a:avLst/>
          </a:prstGeom>
          <a:noFill/>
          <a:ln>
            <a:noFill/>
          </a:ln>
        </p:spPr>
      </p:pic>
      <p:sp>
        <p:nvSpPr>
          <p:cNvPr id="178" name="Google Shape;178;p20"/>
          <p:cNvSpPr txBox="1"/>
          <p:nvPr/>
        </p:nvSpPr>
        <p:spPr>
          <a:xfrm>
            <a:off x="410110" y="1685880"/>
            <a:ext cx="4572000" cy="2107949"/>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A458FF"/>
              </a:buClr>
              <a:buSzPts val="2400"/>
              <a:buFont typeface="Arial"/>
              <a:buNone/>
            </a:pPr>
            <a:endParaRPr sz="1400" b="0" i="0" u="none" strike="noStrike" cap="none">
              <a:solidFill>
                <a:srgbClr val="FFFFFF"/>
              </a:solidFill>
              <a:latin typeface="Arial"/>
              <a:ea typeface="Arial"/>
              <a:cs typeface="Arial"/>
              <a:sym typeface="Arial"/>
            </a:endParaRPr>
          </a:p>
          <a:p>
            <a:pPr marL="342900" marR="0" lvl="0" indent="-342900" algn="l" rtl="0">
              <a:lnSpc>
                <a:spcPct val="115000"/>
              </a:lnSpc>
              <a:spcBef>
                <a:spcPts val="600"/>
              </a:spcBef>
              <a:spcAft>
                <a:spcPts val="0"/>
              </a:spcAft>
              <a:buClr>
                <a:srgbClr val="A458FF"/>
              </a:buClr>
              <a:buSzPts val="2400"/>
              <a:buFont typeface="Arial"/>
              <a:buChar char="⬡"/>
            </a:pPr>
            <a:r>
              <a:rPr lang="en-US" sz="1400" b="0" i="0" u="none" strike="noStrike" cap="none">
                <a:solidFill>
                  <a:srgbClr val="FFFFFF"/>
                </a:solidFill>
                <a:latin typeface="Arial"/>
                <a:ea typeface="Arial"/>
                <a:cs typeface="Arial"/>
                <a:sym typeface="Arial"/>
              </a:rPr>
              <a:t>https://any-api.com/</a:t>
            </a:r>
            <a:endParaRPr/>
          </a:p>
          <a:p>
            <a:pPr marL="342900" marR="0" lvl="0" indent="-342900" algn="l" rtl="0">
              <a:lnSpc>
                <a:spcPct val="115000"/>
              </a:lnSpc>
              <a:spcBef>
                <a:spcPts val="600"/>
              </a:spcBef>
              <a:spcAft>
                <a:spcPts val="0"/>
              </a:spcAft>
              <a:buClr>
                <a:srgbClr val="A458FF"/>
              </a:buClr>
              <a:buSzPts val="2400"/>
              <a:buFont typeface="Arial"/>
              <a:buChar char="⬡"/>
            </a:pPr>
            <a:r>
              <a:rPr lang="en-US" sz="1400" b="0" i="0" u="none" strike="noStrike" cap="none">
                <a:solidFill>
                  <a:srgbClr val="FFFFFF"/>
                </a:solidFill>
                <a:latin typeface="Arial"/>
                <a:ea typeface="Arial"/>
                <a:cs typeface="Arial"/>
                <a:sym typeface="Arial"/>
              </a:rPr>
              <a:t>https://github.com/public-apis/public-apis</a:t>
            </a:r>
            <a:endParaRPr/>
          </a:p>
          <a:p>
            <a:pPr marL="342900" marR="0" lvl="0" indent="-342900" algn="l" rtl="0">
              <a:lnSpc>
                <a:spcPct val="115000"/>
              </a:lnSpc>
              <a:spcBef>
                <a:spcPts val="600"/>
              </a:spcBef>
              <a:spcAft>
                <a:spcPts val="0"/>
              </a:spcAft>
              <a:buClr>
                <a:srgbClr val="A458FF"/>
              </a:buClr>
              <a:buSzPts val="2400"/>
              <a:buFont typeface="Arial"/>
              <a:buChar char="⬡"/>
            </a:pPr>
            <a:r>
              <a:rPr lang="en-US" sz="1400" b="0" i="0" u="none" strike="noStrike" cap="none">
                <a:solidFill>
                  <a:srgbClr val="FFFFFF"/>
                </a:solidFill>
                <a:latin typeface="Arial"/>
                <a:ea typeface="Arial"/>
                <a:cs typeface="Arial"/>
                <a:sym typeface="Arial"/>
              </a:rPr>
              <a:t>…</a:t>
            </a:r>
            <a:endParaRPr/>
          </a:p>
          <a:p>
            <a:pPr marL="0" marR="0" lvl="0" indent="0" algn="l" rtl="0">
              <a:lnSpc>
                <a:spcPct val="115000"/>
              </a:lnSpc>
              <a:spcBef>
                <a:spcPts val="600"/>
              </a:spcBef>
              <a:spcAft>
                <a:spcPts val="0"/>
              </a:spcAft>
              <a:buClr>
                <a:srgbClr val="A458FF"/>
              </a:buClr>
              <a:buSzPts val="2400"/>
              <a:buFont typeface="Arial"/>
              <a:buNone/>
            </a:pPr>
            <a:endParaRPr sz="1400" b="0" i="0" u="none" strike="noStrike" cap="none">
              <a:solidFill>
                <a:srgbClr val="FFFFFF"/>
              </a:solidFill>
              <a:latin typeface="Arial"/>
              <a:ea typeface="Arial"/>
              <a:cs typeface="Arial"/>
              <a:sym typeface="Arial"/>
            </a:endParaRPr>
          </a:p>
          <a:p>
            <a:pPr marL="342900" marR="0" lvl="0" indent="-190500" algn="l" rtl="0">
              <a:lnSpc>
                <a:spcPct val="115000"/>
              </a:lnSpc>
              <a:spcBef>
                <a:spcPts val="600"/>
              </a:spcBef>
              <a:spcAft>
                <a:spcPts val="0"/>
              </a:spcAft>
              <a:buClr>
                <a:srgbClr val="A458FF"/>
              </a:buClr>
              <a:buSzPts val="2400"/>
              <a:buFont typeface="Arial"/>
              <a:buNone/>
            </a:pPr>
            <a:endParaRPr sz="2400" b="0" i="0" u="none" strike="noStrike" cap="none">
              <a:solidFill>
                <a:srgbClr val="FFFFFF"/>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1"/>
          <p:cNvSpPr txBox="1">
            <a:spLocks noGrp="1"/>
          </p:cNvSpPr>
          <p:nvPr>
            <p:ph type="title"/>
          </p:nvPr>
        </p:nvSpPr>
        <p:spPr>
          <a:xfrm>
            <a:off x="580549" y="205975"/>
            <a:ext cx="7900035" cy="750955"/>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SzPts val="3200"/>
              <a:buNone/>
            </a:pPr>
            <a:r>
              <a:rPr lang="en-US" sz="2800"/>
              <a:t>Which of the following is correct about web services?</a:t>
            </a:r>
            <a:endParaRPr/>
          </a:p>
        </p:txBody>
      </p:sp>
      <p:sp>
        <p:nvSpPr>
          <p:cNvPr id="184" name="Google Shape;184;p21"/>
          <p:cNvSpPr txBox="1">
            <a:spLocks noGrp="1"/>
          </p:cNvSpPr>
          <p:nvPr>
            <p:ph type="body" idx="1"/>
          </p:nvPr>
        </p:nvSpPr>
        <p:spPr>
          <a:xfrm>
            <a:off x="478421" y="1158950"/>
            <a:ext cx="7900035" cy="3590902"/>
          </a:xfrm>
          <a:prstGeom prst="rect">
            <a:avLst/>
          </a:prstGeom>
          <a:noFill/>
          <a:ln>
            <a:noFill/>
          </a:ln>
        </p:spPr>
        <p:txBody>
          <a:bodyPr spcFirstLastPara="1" wrap="square" lIns="0" tIns="0" rIns="0" bIns="0" anchor="t" anchorCtr="0">
            <a:noAutofit/>
          </a:bodyPr>
          <a:lstStyle/>
          <a:p>
            <a:pPr marL="457200" lvl="0" indent="-381000" algn="l" rtl="0">
              <a:lnSpc>
                <a:spcPct val="115000"/>
              </a:lnSpc>
              <a:spcBef>
                <a:spcPts val="600"/>
              </a:spcBef>
              <a:spcAft>
                <a:spcPts val="0"/>
              </a:spcAft>
              <a:buSzPts val="2400"/>
              <a:buChar char="⬡"/>
            </a:pPr>
            <a:r>
              <a:rPr lang="en-US" sz="2000"/>
              <a:t>A - A web service is a collection of open protocols and standards used for exchanging data between applications or systems.</a:t>
            </a:r>
            <a:endParaRPr/>
          </a:p>
          <a:p>
            <a:pPr marL="457200" lvl="0" indent="-381000" algn="l" rtl="0">
              <a:lnSpc>
                <a:spcPct val="115000"/>
              </a:lnSpc>
              <a:spcBef>
                <a:spcPts val="600"/>
              </a:spcBef>
              <a:spcAft>
                <a:spcPts val="0"/>
              </a:spcAft>
              <a:buSzPts val="2400"/>
              <a:buChar char="⬡"/>
            </a:pPr>
            <a:r>
              <a:rPr lang="en-US" sz="2000"/>
              <a:t>B - Software applications written in various programming languages and running on various platforms can use web services to exchange data among them over computer networks like the Internet.</a:t>
            </a:r>
            <a:endParaRPr/>
          </a:p>
          <a:p>
            <a:pPr marL="457200" lvl="0" indent="-381000" algn="l" rtl="0">
              <a:lnSpc>
                <a:spcPct val="115000"/>
              </a:lnSpc>
              <a:spcBef>
                <a:spcPts val="600"/>
              </a:spcBef>
              <a:spcAft>
                <a:spcPts val="0"/>
              </a:spcAft>
              <a:buSzPts val="2400"/>
              <a:buChar char="⬡"/>
            </a:pPr>
            <a:r>
              <a:rPr lang="en-US" sz="2000"/>
              <a:t>C - Both above.</a:t>
            </a:r>
            <a:endParaRPr/>
          </a:p>
          <a:p>
            <a:pPr marL="457200" lvl="0" indent="-381000" algn="l" rtl="0">
              <a:lnSpc>
                <a:spcPct val="115000"/>
              </a:lnSpc>
              <a:spcBef>
                <a:spcPts val="600"/>
              </a:spcBef>
              <a:spcAft>
                <a:spcPts val="0"/>
              </a:spcAft>
              <a:buSzPts val="2400"/>
              <a:buChar char="⬡"/>
            </a:pPr>
            <a:r>
              <a:rPr lang="en-US" sz="2000"/>
              <a:t>D - None of the above.</a:t>
            </a:r>
            <a:endParaRPr/>
          </a:p>
        </p:txBody>
      </p:sp>
      <p:sp>
        <p:nvSpPr>
          <p:cNvPr id="185" name="Google Shape;185;p21"/>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300"/>
              <a:buNone/>
            </a:pPr>
            <a:fld id="{00000000-1234-1234-1234-123412341234}" type="slidenum">
              <a:rPr lang="en-US"/>
              <a:t>21</a:t>
            </a:fld>
            <a:endParaRPr/>
          </a:p>
        </p:txBody>
      </p:sp>
      <p:pic>
        <p:nvPicPr>
          <p:cNvPr id="186" name="Google Shape;186;p21"/>
          <p:cNvPicPr preferRelativeResize="0"/>
          <p:nvPr/>
        </p:nvPicPr>
        <p:blipFill rotWithShape="1">
          <a:blip r:embed="rId3">
            <a:alphaModFix/>
          </a:blip>
          <a:srcRect/>
          <a:stretch/>
        </p:blipFill>
        <p:spPr>
          <a:xfrm>
            <a:off x="3992805" y="3698800"/>
            <a:ext cx="2219546" cy="5715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2"/>
          <p:cNvSpPr txBox="1">
            <a:spLocks noGrp="1"/>
          </p:cNvSpPr>
          <p:nvPr>
            <p:ph type="body" idx="1"/>
          </p:nvPr>
        </p:nvSpPr>
        <p:spPr>
          <a:xfrm>
            <a:off x="393056" y="308836"/>
            <a:ext cx="8258650" cy="21495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SzPts val="2400"/>
              <a:buNone/>
            </a:pPr>
            <a:r>
              <a:rPr lang="en-US" sz="3200"/>
              <a:t>Agenda</a:t>
            </a:r>
            <a:endParaRPr/>
          </a:p>
          <a:p>
            <a:pPr marL="0" lvl="0" indent="0" algn="l" rtl="0">
              <a:lnSpc>
                <a:spcPct val="115000"/>
              </a:lnSpc>
              <a:spcBef>
                <a:spcPts val="600"/>
              </a:spcBef>
              <a:spcAft>
                <a:spcPts val="0"/>
              </a:spcAft>
              <a:buSzPts val="2400"/>
              <a:buNone/>
            </a:pPr>
            <a:endParaRPr sz="1400"/>
          </a:p>
          <a:p>
            <a:pPr marL="342900" lvl="0" indent="-342900" algn="l" rtl="0">
              <a:lnSpc>
                <a:spcPct val="115000"/>
              </a:lnSpc>
              <a:spcBef>
                <a:spcPts val="600"/>
              </a:spcBef>
              <a:spcAft>
                <a:spcPts val="0"/>
              </a:spcAft>
              <a:buSzPts val="2400"/>
              <a:buChar char="⬡"/>
            </a:pPr>
            <a:r>
              <a:rPr lang="en-US" sz="1400"/>
              <a:t>What is Internet and Web Servers</a:t>
            </a:r>
            <a:endParaRPr/>
          </a:p>
          <a:p>
            <a:pPr marL="342900" lvl="0" indent="-342900" algn="l" rtl="0">
              <a:lnSpc>
                <a:spcPct val="115000"/>
              </a:lnSpc>
              <a:spcBef>
                <a:spcPts val="600"/>
              </a:spcBef>
              <a:spcAft>
                <a:spcPts val="0"/>
              </a:spcAft>
              <a:buSzPts val="2400"/>
              <a:buChar char="⬡"/>
            </a:pPr>
            <a:r>
              <a:rPr lang="en-US" sz="1400"/>
              <a:t>HTTP Request/Response Cycle</a:t>
            </a:r>
            <a:endParaRPr/>
          </a:p>
          <a:p>
            <a:pPr marL="342900" lvl="0" indent="-342900" algn="l" rtl="0">
              <a:lnSpc>
                <a:spcPct val="115000"/>
              </a:lnSpc>
              <a:spcBef>
                <a:spcPts val="600"/>
              </a:spcBef>
              <a:spcAft>
                <a:spcPts val="0"/>
              </a:spcAft>
              <a:buSzPts val="2400"/>
              <a:buChar char="⬡"/>
            </a:pPr>
            <a:r>
              <a:rPr lang="en-US" sz="1400"/>
              <a:t>REST API Web Services</a:t>
            </a:r>
            <a:endParaRPr/>
          </a:p>
          <a:p>
            <a:pPr marL="342900" lvl="0" indent="-342900" algn="l" rtl="0">
              <a:lnSpc>
                <a:spcPct val="115000"/>
              </a:lnSpc>
              <a:spcBef>
                <a:spcPts val="600"/>
              </a:spcBef>
              <a:spcAft>
                <a:spcPts val="0"/>
              </a:spcAft>
              <a:buSzPts val="2400"/>
              <a:buChar char="⬡"/>
            </a:pPr>
            <a:r>
              <a:rPr lang="en-US" sz="1400" b="1" u="sng"/>
              <a:t>Work with JSON</a:t>
            </a:r>
            <a:endParaRPr/>
          </a:p>
          <a:p>
            <a:pPr marL="342900" lvl="0" indent="-342900" algn="l" rtl="0">
              <a:lnSpc>
                <a:spcPct val="115000"/>
              </a:lnSpc>
              <a:spcBef>
                <a:spcPts val="600"/>
              </a:spcBef>
              <a:spcAft>
                <a:spcPts val="0"/>
              </a:spcAft>
              <a:buSzPts val="2400"/>
              <a:buChar char="⬡"/>
            </a:pPr>
            <a:r>
              <a:rPr lang="en-US" sz="1400"/>
              <a:t>HTML</a:t>
            </a:r>
            <a:endParaRPr/>
          </a:p>
          <a:p>
            <a:pPr marL="342900" lvl="0" indent="-342900" algn="l" rtl="0">
              <a:lnSpc>
                <a:spcPct val="115000"/>
              </a:lnSpc>
              <a:spcBef>
                <a:spcPts val="600"/>
              </a:spcBef>
              <a:spcAft>
                <a:spcPts val="0"/>
              </a:spcAft>
              <a:buSzPts val="2400"/>
              <a:buChar char="⬡"/>
            </a:pPr>
            <a:r>
              <a:rPr lang="en-US" sz="1400"/>
              <a:t>CSS</a:t>
            </a:r>
            <a:endParaRPr/>
          </a:p>
          <a:p>
            <a:pPr marL="342900" lvl="0" indent="-342900" algn="l" rtl="0">
              <a:lnSpc>
                <a:spcPct val="115000"/>
              </a:lnSpc>
              <a:spcBef>
                <a:spcPts val="600"/>
              </a:spcBef>
              <a:spcAft>
                <a:spcPts val="0"/>
              </a:spcAft>
              <a:buSzPts val="2400"/>
              <a:buChar char="⬡"/>
            </a:pPr>
            <a:r>
              <a:rPr lang="en-US" sz="1400"/>
              <a:t>Scrapping Concept</a:t>
            </a:r>
            <a:endParaRPr/>
          </a:p>
          <a:p>
            <a:pPr marL="342900" lvl="0" indent="-342900" algn="l" rtl="0">
              <a:lnSpc>
                <a:spcPct val="115000"/>
              </a:lnSpc>
              <a:spcBef>
                <a:spcPts val="600"/>
              </a:spcBef>
              <a:spcAft>
                <a:spcPts val="0"/>
              </a:spcAft>
              <a:buSzPts val="2400"/>
              <a:buChar char="⬡"/>
            </a:pPr>
            <a:r>
              <a:rPr lang="en-US" sz="1400">
                <a:latin typeface="Consolas"/>
                <a:ea typeface="Consolas"/>
                <a:cs typeface="Consolas"/>
                <a:sym typeface="Consolas"/>
              </a:rPr>
              <a:t>BeautifulSoap</a:t>
            </a:r>
            <a:r>
              <a:rPr lang="en-US" sz="1400"/>
              <a:t> Library</a:t>
            </a:r>
            <a:endParaRPr/>
          </a:p>
          <a:p>
            <a:pPr marL="342900" lvl="0" indent="-190500" algn="l" rtl="0">
              <a:lnSpc>
                <a:spcPct val="115000"/>
              </a:lnSpc>
              <a:spcBef>
                <a:spcPts val="600"/>
              </a:spcBef>
              <a:spcAft>
                <a:spcPts val="0"/>
              </a:spcAft>
              <a:buSzPts val="2400"/>
              <a:buNone/>
            </a:pPr>
            <a:endParaRPr sz="1400"/>
          </a:p>
          <a:p>
            <a:pPr marL="0" lvl="0" indent="0" algn="l" rtl="0">
              <a:lnSpc>
                <a:spcPct val="115000"/>
              </a:lnSpc>
              <a:spcBef>
                <a:spcPts val="600"/>
              </a:spcBef>
              <a:spcAft>
                <a:spcPts val="0"/>
              </a:spcAft>
              <a:buSzPts val="2400"/>
              <a:buNone/>
            </a:pP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3"/>
          <p:cNvSpPr txBox="1">
            <a:spLocks noGrp="1"/>
          </p:cNvSpPr>
          <p:nvPr>
            <p:ph type="title"/>
          </p:nvPr>
        </p:nvSpPr>
        <p:spPr>
          <a:xfrm>
            <a:off x="580550" y="205975"/>
            <a:ext cx="3629943" cy="423275"/>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SzPts val="3200"/>
              <a:buNone/>
            </a:pPr>
            <a:r>
              <a:rPr lang="en-US"/>
              <a:t>JSON:</a:t>
            </a:r>
            <a:endParaRPr/>
          </a:p>
        </p:txBody>
      </p:sp>
      <p:sp>
        <p:nvSpPr>
          <p:cNvPr id="197" name="Google Shape;197;p23"/>
          <p:cNvSpPr txBox="1">
            <a:spLocks noGrp="1"/>
          </p:cNvSpPr>
          <p:nvPr>
            <p:ph type="body" idx="1"/>
          </p:nvPr>
        </p:nvSpPr>
        <p:spPr>
          <a:xfrm>
            <a:off x="242428" y="735861"/>
            <a:ext cx="8659143" cy="3878669"/>
          </a:xfrm>
          <a:prstGeom prst="rect">
            <a:avLst/>
          </a:prstGeom>
          <a:noFill/>
          <a:ln>
            <a:noFill/>
          </a:ln>
        </p:spPr>
        <p:txBody>
          <a:bodyPr spcFirstLastPara="1" wrap="square" lIns="0" tIns="0" rIns="0" bIns="0" anchor="t" anchorCtr="0">
            <a:noAutofit/>
          </a:bodyPr>
          <a:lstStyle/>
          <a:p>
            <a:pPr marL="457200" lvl="0" indent="-381000" algn="l" rtl="0">
              <a:lnSpc>
                <a:spcPct val="115000"/>
              </a:lnSpc>
              <a:spcBef>
                <a:spcPts val="600"/>
              </a:spcBef>
              <a:spcAft>
                <a:spcPts val="0"/>
              </a:spcAft>
              <a:buSzPts val="2400"/>
              <a:buChar char="⬡"/>
            </a:pPr>
            <a:r>
              <a:rPr lang="en-US" sz="1600"/>
              <a:t>JSON (JavaScript Object Notation) is a lightweight data-interchange format.</a:t>
            </a:r>
            <a:endParaRPr/>
          </a:p>
          <a:p>
            <a:pPr marL="457200" lvl="0" indent="-381000" algn="l" rtl="0">
              <a:lnSpc>
                <a:spcPct val="115000"/>
              </a:lnSpc>
              <a:spcBef>
                <a:spcPts val="600"/>
              </a:spcBef>
              <a:spcAft>
                <a:spcPts val="0"/>
              </a:spcAft>
              <a:buSzPts val="2400"/>
              <a:buChar char="⬡"/>
            </a:pPr>
            <a:r>
              <a:rPr lang="en-US" sz="1600"/>
              <a:t> It is easy for humans to read and write. It is easy for machines to parse and generate. </a:t>
            </a:r>
            <a:endParaRPr/>
          </a:p>
          <a:p>
            <a:pPr marL="457200" lvl="0" indent="-381000" algn="l" rtl="0">
              <a:lnSpc>
                <a:spcPct val="115000"/>
              </a:lnSpc>
              <a:spcBef>
                <a:spcPts val="600"/>
              </a:spcBef>
              <a:spcAft>
                <a:spcPts val="0"/>
              </a:spcAft>
              <a:buSzPts val="2400"/>
              <a:buChar char="⬡"/>
            </a:pPr>
            <a:r>
              <a:rPr lang="en-US" sz="1600"/>
              <a:t> JSON is a text format that is completely language independent but uses conventions that are familiar to programmers of the C-family of languages, including C, C++, C#, Java, JavaScript, Perl, Python, and many others. </a:t>
            </a:r>
            <a:endParaRPr/>
          </a:p>
          <a:p>
            <a:pPr marL="457200" lvl="0" indent="-381000" algn="l" rtl="0">
              <a:lnSpc>
                <a:spcPct val="115000"/>
              </a:lnSpc>
              <a:spcBef>
                <a:spcPts val="600"/>
              </a:spcBef>
              <a:spcAft>
                <a:spcPts val="0"/>
              </a:spcAft>
              <a:buSzPts val="2400"/>
              <a:buChar char="⬡"/>
            </a:pPr>
            <a:r>
              <a:rPr lang="en-US" sz="1600"/>
              <a:t>These properties make JSON an ideal data-interchange language.</a:t>
            </a:r>
            <a:endParaRPr/>
          </a:p>
          <a:p>
            <a:pPr marL="457200" lvl="0" indent="-381000" algn="l" rtl="0">
              <a:lnSpc>
                <a:spcPct val="115000"/>
              </a:lnSpc>
              <a:spcBef>
                <a:spcPts val="600"/>
              </a:spcBef>
              <a:spcAft>
                <a:spcPts val="0"/>
              </a:spcAft>
              <a:buSzPts val="2400"/>
              <a:buChar char="⬡"/>
            </a:pPr>
            <a:r>
              <a:rPr lang="en-US" sz="1600"/>
              <a:t>JSON is built on two structures:</a:t>
            </a:r>
            <a:endParaRPr/>
          </a:p>
          <a:p>
            <a:pPr marL="914400" lvl="1" indent="-381000" algn="l" rtl="0">
              <a:lnSpc>
                <a:spcPct val="115000"/>
              </a:lnSpc>
              <a:spcBef>
                <a:spcPts val="0"/>
              </a:spcBef>
              <a:spcAft>
                <a:spcPts val="0"/>
              </a:spcAft>
              <a:buSzPts val="2400"/>
              <a:buChar char="∙"/>
            </a:pPr>
            <a:r>
              <a:rPr lang="en-US" sz="1600"/>
              <a:t>A collection of name/value pairs. In various languages, this is realized as an object, record, struct, dictionary, hash table, keyed list, or associative array.</a:t>
            </a:r>
            <a:endParaRPr/>
          </a:p>
          <a:p>
            <a:pPr marL="914400" lvl="1" indent="-381000" algn="l" rtl="0">
              <a:lnSpc>
                <a:spcPct val="115000"/>
              </a:lnSpc>
              <a:spcBef>
                <a:spcPts val="0"/>
              </a:spcBef>
              <a:spcAft>
                <a:spcPts val="0"/>
              </a:spcAft>
              <a:buSzPts val="2400"/>
              <a:buChar char="∙"/>
            </a:pPr>
            <a:r>
              <a:rPr lang="en-US" sz="1600"/>
              <a:t>An ordered list of values. In most languages, this is realized as an array, vector, list, or sequence.</a:t>
            </a:r>
            <a:endParaRPr/>
          </a:p>
        </p:txBody>
      </p:sp>
      <p:sp>
        <p:nvSpPr>
          <p:cNvPr id="198" name="Google Shape;198;p23"/>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300"/>
              <a:buNone/>
            </a:pPr>
            <a:fld id="{00000000-1234-1234-1234-123412341234}" type="slidenum">
              <a:rPr lang="en-US"/>
              <a:t>23</a:t>
            </a:fld>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4"/>
          <p:cNvSpPr txBox="1">
            <a:spLocks noGrp="1"/>
          </p:cNvSpPr>
          <p:nvPr>
            <p:ph type="ctrTitle"/>
          </p:nvPr>
        </p:nvSpPr>
        <p:spPr>
          <a:xfrm>
            <a:off x="310115" y="311618"/>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Work with JSON</a:t>
            </a:r>
            <a:endParaRPr/>
          </a:p>
        </p:txBody>
      </p:sp>
      <p:pic>
        <p:nvPicPr>
          <p:cNvPr id="204" name="Google Shape;204;p24"/>
          <p:cNvPicPr preferRelativeResize="0"/>
          <p:nvPr/>
        </p:nvPicPr>
        <p:blipFill rotWithShape="1">
          <a:blip r:embed="rId3">
            <a:alphaModFix/>
          </a:blip>
          <a:srcRect/>
          <a:stretch/>
        </p:blipFill>
        <p:spPr>
          <a:xfrm>
            <a:off x="5722705" y="2045304"/>
            <a:ext cx="2219340" cy="1159800"/>
          </a:xfrm>
          <a:prstGeom prst="rect">
            <a:avLst/>
          </a:prstGeom>
          <a:noFill/>
          <a:ln>
            <a:noFill/>
          </a:ln>
        </p:spPr>
      </p:pic>
      <p:pic>
        <p:nvPicPr>
          <p:cNvPr id="205" name="Google Shape;205;p24"/>
          <p:cNvPicPr preferRelativeResize="0"/>
          <p:nvPr/>
        </p:nvPicPr>
        <p:blipFill rotWithShape="1">
          <a:blip r:embed="rId4">
            <a:alphaModFix/>
          </a:blip>
          <a:srcRect/>
          <a:stretch/>
        </p:blipFill>
        <p:spPr>
          <a:xfrm>
            <a:off x="5790680" y="2449022"/>
            <a:ext cx="145275" cy="423000"/>
          </a:xfrm>
          <a:prstGeom prst="rect">
            <a:avLst/>
          </a:prstGeom>
          <a:noFill/>
          <a:ln>
            <a:noFill/>
          </a:ln>
        </p:spPr>
      </p:pic>
      <p:pic>
        <p:nvPicPr>
          <p:cNvPr id="206" name="Google Shape;206;p24"/>
          <p:cNvPicPr preferRelativeResize="0"/>
          <p:nvPr/>
        </p:nvPicPr>
        <p:blipFill rotWithShape="1">
          <a:blip r:embed="rId5">
            <a:alphaModFix/>
          </a:blip>
          <a:srcRect/>
          <a:stretch/>
        </p:blipFill>
        <p:spPr>
          <a:xfrm>
            <a:off x="6336726" y="1237502"/>
            <a:ext cx="1032700" cy="1209125"/>
          </a:xfrm>
          <a:prstGeom prst="rect">
            <a:avLst/>
          </a:prstGeom>
          <a:noFill/>
          <a:ln>
            <a:noFill/>
          </a:ln>
        </p:spPr>
      </p:pic>
      <p:pic>
        <p:nvPicPr>
          <p:cNvPr id="207" name="Google Shape;207;p24"/>
          <p:cNvPicPr preferRelativeResize="0"/>
          <p:nvPr/>
        </p:nvPicPr>
        <p:blipFill rotWithShape="1">
          <a:blip r:embed="rId6">
            <a:alphaModFix/>
          </a:blip>
          <a:srcRect/>
          <a:stretch/>
        </p:blipFill>
        <p:spPr>
          <a:xfrm>
            <a:off x="11553" y="214536"/>
            <a:ext cx="5451890" cy="531497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5"/>
          <p:cNvSpPr txBox="1">
            <a:spLocks noGrp="1"/>
          </p:cNvSpPr>
          <p:nvPr>
            <p:ph type="ctrTitle"/>
          </p:nvPr>
        </p:nvSpPr>
        <p:spPr>
          <a:xfrm>
            <a:off x="310115" y="311618"/>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Work with JSON</a:t>
            </a:r>
            <a:endParaRPr/>
          </a:p>
        </p:txBody>
      </p:sp>
      <p:pic>
        <p:nvPicPr>
          <p:cNvPr id="213" name="Google Shape;213;p25"/>
          <p:cNvPicPr preferRelativeResize="0"/>
          <p:nvPr/>
        </p:nvPicPr>
        <p:blipFill rotWithShape="1">
          <a:blip r:embed="rId3">
            <a:alphaModFix/>
          </a:blip>
          <a:srcRect/>
          <a:stretch/>
        </p:blipFill>
        <p:spPr>
          <a:xfrm>
            <a:off x="5722705" y="2045304"/>
            <a:ext cx="2219340" cy="1159800"/>
          </a:xfrm>
          <a:prstGeom prst="rect">
            <a:avLst/>
          </a:prstGeom>
          <a:noFill/>
          <a:ln>
            <a:noFill/>
          </a:ln>
        </p:spPr>
      </p:pic>
      <p:pic>
        <p:nvPicPr>
          <p:cNvPr id="214" name="Google Shape;214;p25"/>
          <p:cNvPicPr preferRelativeResize="0"/>
          <p:nvPr/>
        </p:nvPicPr>
        <p:blipFill rotWithShape="1">
          <a:blip r:embed="rId4">
            <a:alphaModFix/>
          </a:blip>
          <a:srcRect/>
          <a:stretch/>
        </p:blipFill>
        <p:spPr>
          <a:xfrm>
            <a:off x="5790680" y="2449022"/>
            <a:ext cx="145275" cy="423000"/>
          </a:xfrm>
          <a:prstGeom prst="rect">
            <a:avLst/>
          </a:prstGeom>
          <a:noFill/>
          <a:ln>
            <a:noFill/>
          </a:ln>
        </p:spPr>
      </p:pic>
      <p:pic>
        <p:nvPicPr>
          <p:cNvPr id="215" name="Google Shape;215;p25"/>
          <p:cNvPicPr preferRelativeResize="0"/>
          <p:nvPr/>
        </p:nvPicPr>
        <p:blipFill rotWithShape="1">
          <a:blip r:embed="rId5">
            <a:alphaModFix/>
          </a:blip>
          <a:srcRect/>
          <a:stretch/>
        </p:blipFill>
        <p:spPr>
          <a:xfrm>
            <a:off x="6336726" y="1237502"/>
            <a:ext cx="1032700" cy="1209125"/>
          </a:xfrm>
          <a:prstGeom prst="rect">
            <a:avLst/>
          </a:prstGeom>
          <a:noFill/>
          <a:ln>
            <a:noFill/>
          </a:ln>
        </p:spPr>
      </p:pic>
      <p:sp>
        <p:nvSpPr>
          <p:cNvPr id="216" name="Google Shape;216;p25"/>
          <p:cNvSpPr txBox="1"/>
          <p:nvPr/>
        </p:nvSpPr>
        <p:spPr>
          <a:xfrm>
            <a:off x="532244" y="3518815"/>
            <a:ext cx="8427458" cy="425572"/>
          </a:xfrm>
          <a:prstGeom prst="rect">
            <a:avLst/>
          </a:prstGeom>
          <a:noFill/>
          <a:ln>
            <a:noFill/>
          </a:ln>
        </p:spPr>
        <p:txBody>
          <a:bodyPr spcFirstLastPara="1" wrap="square" lIns="0" tIns="0" rIns="0" bIns="0" anchor="b" anchorCtr="0">
            <a:noAutofit/>
          </a:bodyPr>
          <a:lstStyle/>
          <a:p>
            <a:pPr marL="342900" marR="0" lvl="0" indent="-342900" algn="l" rtl="0">
              <a:lnSpc>
                <a:spcPct val="100000"/>
              </a:lnSpc>
              <a:spcBef>
                <a:spcPts val="0"/>
              </a:spcBef>
              <a:spcAft>
                <a:spcPts val="0"/>
              </a:spcAft>
              <a:buClr>
                <a:schemeClr val="lt1"/>
              </a:buClr>
              <a:buSzPts val="3600"/>
              <a:buFont typeface="Lexend Deca"/>
              <a:buNone/>
            </a:pPr>
            <a:r>
              <a:rPr lang="en-US" sz="1200" b="1" i="0" u="sng" strike="noStrike" cap="none">
                <a:solidFill>
                  <a:schemeClr val="lt1"/>
                </a:solidFill>
                <a:latin typeface="Lexend Deca"/>
                <a:ea typeface="Lexend Deca"/>
                <a:cs typeface="Lexend Deca"/>
                <a:sym typeface="Lexend Deca"/>
                <a:hlinkClick r:id="rId6">
                  <a:extLst>
                    <a:ext uri="{A12FA001-AC4F-418D-AE19-62706E023703}">
                      <ahyp:hlinkClr xmlns:ahyp="http://schemas.microsoft.com/office/drawing/2018/hyperlinkcolor" val="tx"/>
                    </a:ext>
                  </a:extLst>
                </a:hlinkClick>
              </a:rPr>
              <a:t>https://chrome.google.com/webstore/detail/json-viewer/gbmdgpbipfallnflgajpaliibnhdgobh</a:t>
            </a:r>
            <a:endParaRPr sz="1200" b="0" i="0" u="none" strike="noStrike" cap="none">
              <a:solidFill>
                <a:schemeClr val="lt1"/>
              </a:solidFill>
              <a:latin typeface="Lexend Deca"/>
              <a:ea typeface="Lexend Deca"/>
              <a:cs typeface="Lexend Deca"/>
              <a:sym typeface="Lexend Deca"/>
            </a:endParaRPr>
          </a:p>
        </p:txBody>
      </p:sp>
      <p:sp>
        <p:nvSpPr>
          <p:cNvPr id="217" name="Google Shape;217;p25"/>
          <p:cNvSpPr txBox="1"/>
          <p:nvPr/>
        </p:nvSpPr>
        <p:spPr>
          <a:xfrm>
            <a:off x="600219" y="2358964"/>
            <a:ext cx="5190461" cy="425572"/>
          </a:xfrm>
          <a:prstGeom prst="rect">
            <a:avLst/>
          </a:prstGeom>
          <a:noFill/>
          <a:ln>
            <a:noFill/>
          </a:ln>
        </p:spPr>
        <p:txBody>
          <a:bodyPr spcFirstLastPara="1" wrap="square" lIns="0" tIns="0" rIns="0" bIns="0" anchor="b" anchorCtr="0">
            <a:noAutofit/>
          </a:bodyPr>
          <a:lstStyle/>
          <a:p>
            <a:pPr marL="342900" marR="0" lvl="0" indent="-342900" algn="l" rtl="0">
              <a:lnSpc>
                <a:spcPct val="100000"/>
              </a:lnSpc>
              <a:spcBef>
                <a:spcPts val="0"/>
              </a:spcBef>
              <a:spcAft>
                <a:spcPts val="0"/>
              </a:spcAft>
              <a:buClr>
                <a:schemeClr val="lt1"/>
              </a:buClr>
              <a:buSzPts val="3600"/>
              <a:buFont typeface="Lexend Deca"/>
              <a:buNone/>
            </a:pPr>
            <a:r>
              <a:rPr lang="en-US" sz="2000" b="0" i="0" u="none" strike="noStrike" cap="none">
                <a:solidFill>
                  <a:schemeClr val="lt1"/>
                </a:solidFill>
                <a:latin typeface="Lexend Deca"/>
                <a:ea typeface="Lexend Deca"/>
                <a:cs typeface="Lexend Deca"/>
                <a:sym typeface="Lexend Deca"/>
              </a:rPr>
              <a:t>Install JSON Viewer extension</a:t>
            </a:r>
            <a:endParaRPr/>
          </a:p>
          <a:p>
            <a:pPr marL="342900" marR="0" lvl="0" indent="-342900" algn="l" rtl="0">
              <a:lnSpc>
                <a:spcPct val="100000"/>
              </a:lnSpc>
              <a:spcBef>
                <a:spcPts val="0"/>
              </a:spcBef>
              <a:spcAft>
                <a:spcPts val="0"/>
              </a:spcAft>
              <a:buClr>
                <a:schemeClr val="lt1"/>
              </a:buClr>
              <a:buSzPts val="3600"/>
              <a:buFont typeface="Lexend Deca"/>
              <a:buNone/>
            </a:pPr>
            <a:r>
              <a:rPr lang="en-US" sz="2000" b="0" i="0" u="none" strike="noStrike" cap="none">
                <a:solidFill>
                  <a:schemeClr val="lt1"/>
                </a:solidFill>
                <a:latin typeface="Lexend Deca"/>
                <a:ea typeface="Lexend Deca"/>
                <a:cs typeface="Lexend Deca"/>
                <a:sym typeface="Lexend Deca"/>
              </a:rPr>
              <a:t>For chrome or firefox</a:t>
            </a: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6"/>
          <p:cNvSpPr txBox="1">
            <a:spLocks noGrp="1"/>
          </p:cNvSpPr>
          <p:nvPr>
            <p:ph type="ctrTitle"/>
          </p:nvPr>
        </p:nvSpPr>
        <p:spPr>
          <a:xfrm>
            <a:off x="310115" y="311618"/>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Work with JSON</a:t>
            </a:r>
            <a:endParaRPr/>
          </a:p>
        </p:txBody>
      </p:sp>
      <p:pic>
        <p:nvPicPr>
          <p:cNvPr id="223" name="Google Shape;223;p26"/>
          <p:cNvPicPr preferRelativeResize="0"/>
          <p:nvPr/>
        </p:nvPicPr>
        <p:blipFill rotWithShape="1">
          <a:blip r:embed="rId3">
            <a:alphaModFix/>
          </a:blip>
          <a:srcRect/>
          <a:stretch/>
        </p:blipFill>
        <p:spPr>
          <a:xfrm>
            <a:off x="5722705" y="2045304"/>
            <a:ext cx="2219340" cy="1159800"/>
          </a:xfrm>
          <a:prstGeom prst="rect">
            <a:avLst/>
          </a:prstGeom>
          <a:noFill/>
          <a:ln>
            <a:noFill/>
          </a:ln>
        </p:spPr>
      </p:pic>
      <p:pic>
        <p:nvPicPr>
          <p:cNvPr id="224" name="Google Shape;224;p26"/>
          <p:cNvPicPr preferRelativeResize="0"/>
          <p:nvPr/>
        </p:nvPicPr>
        <p:blipFill rotWithShape="1">
          <a:blip r:embed="rId4">
            <a:alphaModFix/>
          </a:blip>
          <a:srcRect/>
          <a:stretch/>
        </p:blipFill>
        <p:spPr>
          <a:xfrm>
            <a:off x="5790680" y="2449022"/>
            <a:ext cx="145275" cy="423000"/>
          </a:xfrm>
          <a:prstGeom prst="rect">
            <a:avLst/>
          </a:prstGeom>
          <a:noFill/>
          <a:ln>
            <a:noFill/>
          </a:ln>
        </p:spPr>
      </p:pic>
      <p:pic>
        <p:nvPicPr>
          <p:cNvPr id="225" name="Google Shape;225;p26"/>
          <p:cNvPicPr preferRelativeResize="0"/>
          <p:nvPr/>
        </p:nvPicPr>
        <p:blipFill rotWithShape="1">
          <a:blip r:embed="rId5">
            <a:alphaModFix/>
          </a:blip>
          <a:srcRect/>
          <a:stretch/>
        </p:blipFill>
        <p:spPr>
          <a:xfrm>
            <a:off x="6336726" y="1237502"/>
            <a:ext cx="1032700" cy="1209125"/>
          </a:xfrm>
          <a:prstGeom prst="rect">
            <a:avLst/>
          </a:prstGeom>
          <a:noFill/>
          <a:ln>
            <a:noFill/>
          </a:ln>
        </p:spPr>
      </p:pic>
      <p:sp>
        <p:nvSpPr>
          <p:cNvPr id="226" name="Google Shape;226;p26"/>
          <p:cNvSpPr txBox="1"/>
          <p:nvPr/>
        </p:nvSpPr>
        <p:spPr>
          <a:xfrm>
            <a:off x="532244" y="3518815"/>
            <a:ext cx="8427458" cy="425572"/>
          </a:xfrm>
          <a:prstGeom prst="rect">
            <a:avLst/>
          </a:prstGeom>
          <a:noFill/>
          <a:ln>
            <a:noFill/>
          </a:ln>
        </p:spPr>
        <p:txBody>
          <a:bodyPr spcFirstLastPara="1" wrap="square" lIns="0" tIns="0" rIns="0" bIns="0" anchor="b" anchorCtr="0">
            <a:noAutofit/>
          </a:bodyPr>
          <a:lstStyle/>
          <a:p>
            <a:pPr marL="342900" marR="0" lvl="0" indent="-342900" algn="ctr" rtl="0">
              <a:lnSpc>
                <a:spcPct val="100000"/>
              </a:lnSpc>
              <a:spcBef>
                <a:spcPts val="0"/>
              </a:spcBef>
              <a:spcAft>
                <a:spcPts val="0"/>
              </a:spcAft>
              <a:buClr>
                <a:schemeClr val="lt1"/>
              </a:buClr>
              <a:buSzPts val="3600"/>
              <a:buFont typeface="Lexend Deca"/>
              <a:buNone/>
            </a:pPr>
            <a:r>
              <a:rPr lang="en-US" sz="1200" b="1" i="0" u="sng" strike="noStrike" cap="none">
                <a:solidFill>
                  <a:schemeClr val="lt1"/>
                </a:solidFill>
                <a:latin typeface="Lexend Deca"/>
                <a:ea typeface="Lexend Deca"/>
                <a:cs typeface="Lexend Deca"/>
                <a:sym typeface="Lexend Deca"/>
                <a:hlinkClick r:id="rId6">
                  <a:extLst>
                    <a:ext uri="{A12FA001-AC4F-418D-AE19-62706E023703}">
                      <ahyp:hlinkClr xmlns:ahyp="http://schemas.microsoft.com/office/drawing/2018/hyperlinkcolor" val="tx"/>
                    </a:ext>
                  </a:extLst>
                </a:hlinkClick>
              </a:rPr>
              <a:t>https://www.postman.com/</a:t>
            </a:r>
            <a:endParaRPr sz="1200" b="0" i="0" u="none" strike="noStrike" cap="none">
              <a:solidFill>
                <a:schemeClr val="lt1"/>
              </a:solidFill>
              <a:latin typeface="Lexend Deca"/>
              <a:ea typeface="Lexend Deca"/>
              <a:cs typeface="Lexend Deca"/>
              <a:sym typeface="Lexend Deca"/>
            </a:endParaRPr>
          </a:p>
        </p:txBody>
      </p:sp>
      <p:sp>
        <p:nvSpPr>
          <p:cNvPr id="227" name="Google Shape;227;p26"/>
          <p:cNvSpPr txBox="1"/>
          <p:nvPr/>
        </p:nvSpPr>
        <p:spPr>
          <a:xfrm>
            <a:off x="532244" y="2146710"/>
            <a:ext cx="5190461" cy="425572"/>
          </a:xfrm>
          <a:prstGeom prst="rect">
            <a:avLst/>
          </a:prstGeom>
          <a:noFill/>
          <a:ln>
            <a:noFill/>
          </a:ln>
        </p:spPr>
        <p:txBody>
          <a:bodyPr spcFirstLastPara="1" wrap="square" lIns="0" tIns="0" rIns="0" bIns="0" anchor="b" anchorCtr="0">
            <a:noAutofit/>
          </a:bodyPr>
          <a:lstStyle/>
          <a:p>
            <a:pPr marL="342900" marR="0" lvl="0" indent="-342900" algn="l" rtl="0">
              <a:lnSpc>
                <a:spcPct val="100000"/>
              </a:lnSpc>
              <a:spcBef>
                <a:spcPts val="0"/>
              </a:spcBef>
              <a:spcAft>
                <a:spcPts val="0"/>
              </a:spcAft>
              <a:buClr>
                <a:schemeClr val="lt1"/>
              </a:buClr>
              <a:buSzPts val="3600"/>
              <a:buFont typeface="Lexend Deca"/>
              <a:buNone/>
            </a:pPr>
            <a:r>
              <a:rPr lang="en-US" sz="2000" b="0" i="0" u="none" strike="noStrike" cap="none">
                <a:solidFill>
                  <a:schemeClr val="lt1"/>
                </a:solidFill>
                <a:latin typeface="Lexend Deca"/>
                <a:ea typeface="Lexend Deca"/>
                <a:cs typeface="Lexend Deca"/>
                <a:sym typeface="Lexend Deca"/>
              </a:rPr>
              <a:t>Or you can use Postman to work with </a:t>
            </a:r>
            <a:endParaRPr/>
          </a:p>
          <a:p>
            <a:pPr marL="342900" marR="0" lvl="0" indent="-342900" algn="l" rtl="0">
              <a:lnSpc>
                <a:spcPct val="100000"/>
              </a:lnSpc>
              <a:spcBef>
                <a:spcPts val="0"/>
              </a:spcBef>
              <a:spcAft>
                <a:spcPts val="0"/>
              </a:spcAft>
              <a:buClr>
                <a:schemeClr val="lt1"/>
              </a:buClr>
              <a:buSzPts val="3600"/>
              <a:buFont typeface="Lexend Deca"/>
              <a:buNone/>
            </a:pPr>
            <a:r>
              <a:rPr lang="en-US" sz="2000" b="0" i="0" u="none" strike="noStrike" cap="none">
                <a:solidFill>
                  <a:schemeClr val="lt1"/>
                </a:solidFill>
                <a:latin typeface="Lexend Deca"/>
                <a:ea typeface="Lexend Deca"/>
                <a:cs typeface="Lexend Deca"/>
                <a:sym typeface="Lexend Deca"/>
              </a:rPr>
              <a:t>Web services</a:t>
            </a:r>
            <a:endParaRPr/>
          </a:p>
        </p:txBody>
      </p:sp>
      <p:pic>
        <p:nvPicPr>
          <p:cNvPr id="228" name="Google Shape;228;p26"/>
          <p:cNvPicPr preferRelativeResize="0"/>
          <p:nvPr/>
        </p:nvPicPr>
        <p:blipFill rotWithShape="1">
          <a:blip r:embed="rId7">
            <a:alphaModFix/>
          </a:blip>
          <a:srcRect/>
          <a:stretch/>
        </p:blipFill>
        <p:spPr>
          <a:xfrm>
            <a:off x="473148" y="3339762"/>
            <a:ext cx="2859467" cy="105753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7"/>
          <p:cNvSpPr txBox="1">
            <a:spLocks noGrp="1"/>
          </p:cNvSpPr>
          <p:nvPr>
            <p:ph type="ctrTitle"/>
          </p:nvPr>
        </p:nvSpPr>
        <p:spPr>
          <a:xfrm>
            <a:off x="310115" y="311618"/>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Work with JSON</a:t>
            </a:r>
            <a:endParaRPr/>
          </a:p>
        </p:txBody>
      </p:sp>
      <p:pic>
        <p:nvPicPr>
          <p:cNvPr id="234" name="Google Shape;234;p27"/>
          <p:cNvPicPr preferRelativeResize="0"/>
          <p:nvPr/>
        </p:nvPicPr>
        <p:blipFill rotWithShape="1">
          <a:blip r:embed="rId3">
            <a:alphaModFix/>
          </a:blip>
          <a:srcRect/>
          <a:stretch/>
        </p:blipFill>
        <p:spPr>
          <a:xfrm>
            <a:off x="5722705" y="2045304"/>
            <a:ext cx="2219340" cy="1159800"/>
          </a:xfrm>
          <a:prstGeom prst="rect">
            <a:avLst/>
          </a:prstGeom>
          <a:noFill/>
          <a:ln>
            <a:noFill/>
          </a:ln>
        </p:spPr>
      </p:pic>
      <p:pic>
        <p:nvPicPr>
          <p:cNvPr id="235" name="Google Shape;235;p27"/>
          <p:cNvPicPr preferRelativeResize="0"/>
          <p:nvPr/>
        </p:nvPicPr>
        <p:blipFill rotWithShape="1">
          <a:blip r:embed="rId4">
            <a:alphaModFix/>
          </a:blip>
          <a:srcRect/>
          <a:stretch/>
        </p:blipFill>
        <p:spPr>
          <a:xfrm>
            <a:off x="5790680" y="2449022"/>
            <a:ext cx="145275" cy="423000"/>
          </a:xfrm>
          <a:prstGeom prst="rect">
            <a:avLst/>
          </a:prstGeom>
          <a:noFill/>
          <a:ln>
            <a:noFill/>
          </a:ln>
        </p:spPr>
      </p:pic>
      <p:pic>
        <p:nvPicPr>
          <p:cNvPr id="236" name="Google Shape;236;p27"/>
          <p:cNvPicPr preferRelativeResize="0"/>
          <p:nvPr/>
        </p:nvPicPr>
        <p:blipFill rotWithShape="1">
          <a:blip r:embed="rId5">
            <a:alphaModFix/>
          </a:blip>
          <a:srcRect/>
          <a:stretch/>
        </p:blipFill>
        <p:spPr>
          <a:xfrm>
            <a:off x="6336726" y="1237502"/>
            <a:ext cx="1032700" cy="1209125"/>
          </a:xfrm>
          <a:prstGeom prst="rect">
            <a:avLst/>
          </a:prstGeom>
          <a:noFill/>
          <a:ln>
            <a:noFill/>
          </a:ln>
        </p:spPr>
      </p:pic>
      <p:pic>
        <p:nvPicPr>
          <p:cNvPr id="237" name="Google Shape;237;p27"/>
          <p:cNvPicPr preferRelativeResize="0"/>
          <p:nvPr/>
        </p:nvPicPr>
        <p:blipFill rotWithShape="1">
          <a:blip r:embed="rId6">
            <a:alphaModFix/>
          </a:blip>
          <a:srcRect/>
          <a:stretch/>
        </p:blipFill>
        <p:spPr>
          <a:xfrm>
            <a:off x="-184453" y="646341"/>
            <a:ext cx="7211498" cy="433160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8"/>
          <p:cNvSpPr txBox="1">
            <a:spLocks noGrp="1"/>
          </p:cNvSpPr>
          <p:nvPr>
            <p:ph type="title"/>
          </p:nvPr>
        </p:nvSpPr>
        <p:spPr>
          <a:xfrm>
            <a:off x="580550" y="471789"/>
            <a:ext cx="6014400" cy="580834"/>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SzPts val="3200"/>
              <a:buNone/>
            </a:pPr>
            <a:r>
              <a:rPr lang="en-US" sz="2800"/>
              <a:t>8) What is the full form of JSON?</a:t>
            </a:r>
            <a:endParaRPr/>
          </a:p>
        </p:txBody>
      </p:sp>
      <p:sp>
        <p:nvSpPr>
          <p:cNvPr id="243" name="Google Shape;243;p28"/>
          <p:cNvSpPr txBox="1">
            <a:spLocks noGrp="1"/>
          </p:cNvSpPr>
          <p:nvPr>
            <p:ph type="body" idx="1"/>
          </p:nvPr>
        </p:nvSpPr>
        <p:spPr>
          <a:xfrm>
            <a:off x="580550" y="1352550"/>
            <a:ext cx="6014400" cy="3161700"/>
          </a:xfrm>
          <a:prstGeom prst="rect">
            <a:avLst/>
          </a:prstGeom>
          <a:noFill/>
          <a:ln>
            <a:noFill/>
          </a:ln>
        </p:spPr>
        <p:txBody>
          <a:bodyPr spcFirstLastPara="1" wrap="square" lIns="0" tIns="0" rIns="0" bIns="0" anchor="t" anchorCtr="0">
            <a:noAutofit/>
          </a:bodyPr>
          <a:lstStyle/>
          <a:p>
            <a:pPr marL="457200" lvl="0" indent="-381000" algn="l" rtl="0">
              <a:lnSpc>
                <a:spcPct val="115000"/>
              </a:lnSpc>
              <a:spcBef>
                <a:spcPts val="600"/>
              </a:spcBef>
              <a:spcAft>
                <a:spcPts val="0"/>
              </a:spcAft>
              <a:buSzPts val="2400"/>
              <a:buChar char="⬡"/>
            </a:pPr>
            <a:r>
              <a:rPr lang="en-US"/>
              <a:t>A. JavaScripts Object Notification.</a:t>
            </a:r>
            <a:endParaRPr/>
          </a:p>
          <a:p>
            <a:pPr marL="457200" lvl="0" indent="-381000" algn="l" rtl="0">
              <a:lnSpc>
                <a:spcPct val="115000"/>
              </a:lnSpc>
              <a:spcBef>
                <a:spcPts val="600"/>
              </a:spcBef>
              <a:spcAft>
                <a:spcPts val="0"/>
              </a:spcAft>
              <a:buSzPts val="2400"/>
              <a:buChar char="⬡"/>
            </a:pPr>
            <a:r>
              <a:rPr lang="en-US"/>
              <a:t>B.JavaScript Object Notation.</a:t>
            </a:r>
            <a:endParaRPr/>
          </a:p>
          <a:p>
            <a:pPr marL="457200" lvl="0" indent="-381000" algn="l" rtl="0">
              <a:lnSpc>
                <a:spcPct val="115000"/>
              </a:lnSpc>
              <a:spcBef>
                <a:spcPts val="600"/>
              </a:spcBef>
              <a:spcAft>
                <a:spcPts val="0"/>
              </a:spcAft>
              <a:buSzPts val="2400"/>
              <a:buChar char="⬡"/>
            </a:pPr>
            <a:r>
              <a:rPr lang="en-US"/>
              <a:t>C.None of these</a:t>
            </a:r>
            <a:endParaRPr/>
          </a:p>
        </p:txBody>
      </p:sp>
      <p:sp>
        <p:nvSpPr>
          <p:cNvPr id="244" name="Google Shape;244;p28"/>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300"/>
              <a:buNone/>
            </a:pPr>
            <a:fld id="{00000000-1234-1234-1234-123412341234}" type="slidenum">
              <a:rPr lang="en-US"/>
              <a:t>28</a:t>
            </a:fld>
            <a:endParaRPr/>
          </a:p>
        </p:txBody>
      </p:sp>
      <p:pic>
        <p:nvPicPr>
          <p:cNvPr id="245" name="Google Shape;245;p28"/>
          <p:cNvPicPr preferRelativeResize="0"/>
          <p:nvPr/>
        </p:nvPicPr>
        <p:blipFill rotWithShape="1">
          <a:blip r:embed="rId3">
            <a:alphaModFix/>
          </a:blip>
          <a:srcRect/>
          <a:stretch/>
        </p:blipFill>
        <p:spPr>
          <a:xfrm>
            <a:off x="3462227" y="3714750"/>
            <a:ext cx="2219546" cy="5715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g122cee05fde_0_0"/>
          <p:cNvSpPr txBox="1">
            <a:spLocks noGrp="1"/>
          </p:cNvSpPr>
          <p:nvPr>
            <p:ph type="title"/>
          </p:nvPr>
        </p:nvSpPr>
        <p:spPr>
          <a:xfrm>
            <a:off x="339025" y="244464"/>
            <a:ext cx="6014400" cy="58080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SzPts val="3200"/>
              <a:buNone/>
            </a:pPr>
            <a:r>
              <a:rPr lang="en-US" sz="2800"/>
              <a:t>Assignment Mandatory</a:t>
            </a:r>
            <a:endParaRPr/>
          </a:p>
        </p:txBody>
      </p:sp>
      <p:sp>
        <p:nvSpPr>
          <p:cNvPr id="251" name="Google Shape;251;g122cee05fde_0_0"/>
          <p:cNvSpPr txBox="1">
            <a:spLocks noGrp="1"/>
          </p:cNvSpPr>
          <p:nvPr>
            <p:ph type="body" idx="1"/>
          </p:nvPr>
        </p:nvSpPr>
        <p:spPr>
          <a:xfrm>
            <a:off x="580550" y="1352550"/>
            <a:ext cx="7646700" cy="3161700"/>
          </a:xfrm>
          <a:prstGeom prst="rect">
            <a:avLst/>
          </a:prstGeom>
          <a:noFill/>
          <a:ln>
            <a:noFill/>
          </a:ln>
        </p:spPr>
        <p:txBody>
          <a:bodyPr spcFirstLastPara="1" wrap="square" lIns="0" tIns="0" rIns="0" bIns="0" anchor="t" anchorCtr="0">
            <a:noAutofit/>
          </a:bodyPr>
          <a:lstStyle/>
          <a:p>
            <a:pPr marL="457200" lvl="0" indent="-381000" algn="l" rtl="0">
              <a:lnSpc>
                <a:spcPct val="115000"/>
              </a:lnSpc>
              <a:spcBef>
                <a:spcPts val="600"/>
              </a:spcBef>
              <a:spcAft>
                <a:spcPts val="0"/>
              </a:spcAft>
              <a:buSzPts val="2400"/>
              <a:buChar char="⬡"/>
            </a:pPr>
            <a:r>
              <a:rPr lang="en-US"/>
              <a:t> 1-  Study HTML &amp; CSS from this playlist before the next session</a:t>
            </a:r>
            <a:endParaRPr/>
          </a:p>
          <a:p>
            <a:pPr marL="457200" lvl="0" indent="-381000" algn="l" rtl="0">
              <a:lnSpc>
                <a:spcPct val="115000"/>
              </a:lnSpc>
              <a:spcBef>
                <a:spcPts val="600"/>
              </a:spcBef>
              <a:spcAft>
                <a:spcPts val="0"/>
              </a:spcAft>
              <a:buSzPts val="2400"/>
              <a:buChar char="⬡"/>
            </a:pPr>
            <a:r>
              <a:rPr lang="en-US"/>
              <a:t>https://www.youtube.com/playlist?list=PLgGbWId6zgaWZkPFI4Sc9QXDmmOWa1v5F</a:t>
            </a:r>
            <a:endParaRPr/>
          </a:p>
          <a:p>
            <a:pPr marL="457200" lvl="0" indent="-381000" algn="l" rtl="0">
              <a:lnSpc>
                <a:spcPct val="115000"/>
              </a:lnSpc>
              <a:spcBef>
                <a:spcPts val="600"/>
              </a:spcBef>
              <a:spcAft>
                <a:spcPts val="0"/>
              </a:spcAft>
              <a:buSzPts val="2400"/>
              <a:buChar char="⬡"/>
            </a:pPr>
            <a:endParaRPr/>
          </a:p>
        </p:txBody>
      </p:sp>
      <p:sp>
        <p:nvSpPr>
          <p:cNvPr id="252" name="Google Shape;252;g122cee05fde_0_0"/>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300"/>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0"/>
          <p:cNvSpPr txBox="1">
            <a:spLocks noGrp="1"/>
          </p:cNvSpPr>
          <p:nvPr>
            <p:ph type="body" idx="1"/>
          </p:nvPr>
        </p:nvSpPr>
        <p:spPr>
          <a:xfrm>
            <a:off x="393056" y="308836"/>
            <a:ext cx="8258650" cy="21495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SzPts val="2400"/>
              <a:buNone/>
            </a:pPr>
            <a:r>
              <a:rPr lang="en-US" sz="3200"/>
              <a:t>Agenda</a:t>
            </a:r>
            <a:endParaRPr/>
          </a:p>
          <a:p>
            <a:pPr marL="0" lvl="0" indent="0" algn="l" rtl="0">
              <a:lnSpc>
                <a:spcPct val="115000"/>
              </a:lnSpc>
              <a:spcBef>
                <a:spcPts val="600"/>
              </a:spcBef>
              <a:spcAft>
                <a:spcPts val="0"/>
              </a:spcAft>
              <a:buSzPts val="2400"/>
              <a:buNone/>
            </a:pPr>
            <a:endParaRPr sz="1400"/>
          </a:p>
          <a:p>
            <a:pPr marL="342900" lvl="0" indent="-342900" algn="l" rtl="0">
              <a:lnSpc>
                <a:spcPct val="115000"/>
              </a:lnSpc>
              <a:spcBef>
                <a:spcPts val="600"/>
              </a:spcBef>
              <a:spcAft>
                <a:spcPts val="0"/>
              </a:spcAft>
              <a:buSzPts val="2400"/>
              <a:buChar char="⬡"/>
            </a:pPr>
            <a:r>
              <a:rPr lang="en-US" sz="1400"/>
              <a:t>What is Internet and Web Servers</a:t>
            </a:r>
            <a:endParaRPr/>
          </a:p>
          <a:p>
            <a:pPr marL="342900" lvl="0" indent="-342900" algn="l" rtl="0">
              <a:lnSpc>
                <a:spcPct val="115000"/>
              </a:lnSpc>
              <a:spcBef>
                <a:spcPts val="600"/>
              </a:spcBef>
              <a:spcAft>
                <a:spcPts val="0"/>
              </a:spcAft>
              <a:buSzPts val="2400"/>
              <a:buChar char="⬡"/>
            </a:pPr>
            <a:r>
              <a:rPr lang="en-US" sz="1400"/>
              <a:t>HTTP Request/Response Cycle</a:t>
            </a:r>
            <a:endParaRPr/>
          </a:p>
          <a:p>
            <a:pPr marL="342900" lvl="0" indent="-342900" algn="l" rtl="0">
              <a:lnSpc>
                <a:spcPct val="115000"/>
              </a:lnSpc>
              <a:spcBef>
                <a:spcPts val="600"/>
              </a:spcBef>
              <a:spcAft>
                <a:spcPts val="0"/>
              </a:spcAft>
              <a:buSzPts val="2400"/>
              <a:buChar char="⬡"/>
            </a:pPr>
            <a:r>
              <a:rPr lang="en-US" sz="1400"/>
              <a:t>REST API Web Services</a:t>
            </a:r>
            <a:endParaRPr/>
          </a:p>
          <a:p>
            <a:pPr marL="342900" lvl="0" indent="-342900" algn="l" rtl="0">
              <a:lnSpc>
                <a:spcPct val="115000"/>
              </a:lnSpc>
              <a:spcBef>
                <a:spcPts val="600"/>
              </a:spcBef>
              <a:spcAft>
                <a:spcPts val="0"/>
              </a:spcAft>
              <a:buSzPts val="2400"/>
              <a:buChar char="⬡"/>
            </a:pPr>
            <a:r>
              <a:rPr lang="en-US" sz="1400"/>
              <a:t>Work with JSON</a:t>
            </a:r>
            <a:endParaRPr/>
          </a:p>
          <a:p>
            <a:pPr marL="342900" lvl="0" indent="-342900" algn="l" rtl="0">
              <a:lnSpc>
                <a:spcPct val="115000"/>
              </a:lnSpc>
              <a:spcBef>
                <a:spcPts val="600"/>
              </a:spcBef>
              <a:spcAft>
                <a:spcPts val="0"/>
              </a:spcAft>
              <a:buSzPts val="2400"/>
              <a:buChar char="⬡"/>
            </a:pPr>
            <a:r>
              <a:rPr lang="en-US" sz="1400" b="1" u="sng"/>
              <a:t>HTML</a:t>
            </a:r>
            <a:endParaRPr/>
          </a:p>
          <a:p>
            <a:pPr marL="342900" lvl="0" indent="-342900" algn="l" rtl="0">
              <a:lnSpc>
                <a:spcPct val="115000"/>
              </a:lnSpc>
              <a:spcBef>
                <a:spcPts val="600"/>
              </a:spcBef>
              <a:spcAft>
                <a:spcPts val="0"/>
              </a:spcAft>
              <a:buSzPts val="2400"/>
              <a:buChar char="⬡"/>
            </a:pPr>
            <a:r>
              <a:rPr lang="en-US" sz="1400"/>
              <a:t>CSS</a:t>
            </a:r>
            <a:endParaRPr/>
          </a:p>
          <a:p>
            <a:pPr marL="342900" lvl="0" indent="-342900" algn="l" rtl="0">
              <a:lnSpc>
                <a:spcPct val="115000"/>
              </a:lnSpc>
              <a:spcBef>
                <a:spcPts val="600"/>
              </a:spcBef>
              <a:spcAft>
                <a:spcPts val="0"/>
              </a:spcAft>
              <a:buSzPts val="2400"/>
              <a:buChar char="⬡"/>
            </a:pPr>
            <a:r>
              <a:rPr lang="en-US" sz="1400"/>
              <a:t>Scrapping Concept</a:t>
            </a:r>
            <a:endParaRPr/>
          </a:p>
          <a:p>
            <a:pPr marL="342900" lvl="0" indent="-342900" algn="l" rtl="0">
              <a:lnSpc>
                <a:spcPct val="115000"/>
              </a:lnSpc>
              <a:spcBef>
                <a:spcPts val="600"/>
              </a:spcBef>
              <a:spcAft>
                <a:spcPts val="0"/>
              </a:spcAft>
              <a:buSzPts val="2400"/>
              <a:buChar char="⬡"/>
            </a:pPr>
            <a:r>
              <a:rPr lang="en-US" sz="1400">
                <a:latin typeface="Consolas"/>
                <a:ea typeface="Consolas"/>
                <a:cs typeface="Consolas"/>
                <a:sym typeface="Consolas"/>
              </a:rPr>
              <a:t>BeautifulSoap</a:t>
            </a:r>
            <a:r>
              <a:rPr lang="en-US" sz="1400"/>
              <a:t> Library</a:t>
            </a:r>
            <a:endParaRPr/>
          </a:p>
          <a:p>
            <a:pPr marL="342900" lvl="0" indent="-190500" algn="l" rtl="0">
              <a:lnSpc>
                <a:spcPct val="115000"/>
              </a:lnSpc>
              <a:spcBef>
                <a:spcPts val="600"/>
              </a:spcBef>
              <a:spcAft>
                <a:spcPts val="0"/>
              </a:spcAft>
              <a:buSzPts val="2400"/>
              <a:buNone/>
            </a:pPr>
            <a:endParaRPr sz="1400"/>
          </a:p>
          <a:p>
            <a:pPr marL="0" lvl="0" indent="0" algn="l" rtl="0">
              <a:lnSpc>
                <a:spcPct val="115000"/>
              </a:lnSpc>
              <a:spcBef>
                <a:spcPts val="600"/>
              </a:spcBef>
              <a:spcAft>
                <a:spcPts val="0"/>
              </a:spcAft>
              <a:buSzPts val="2400"/>
              <a:buNone/>
            </a:pP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1"/>
          <p:cNvSpPr txBox="1">
            <a:spLocks noGrp="1"/>
          </p:cNvSpPr>
          <p:nvPr>
            <p:ph type="ctrTitle"/>
          </p:nvPr>
        </p:nvSpPr>
        <p:spPr>
          <a:xfrm>
            <a:off x="310115" y="311618"/>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HTML</a:t>
            </a:r>
            <a:endParaRPr/>
          </a:p>
        </p:txBody>
      </p:sp>
      <p:pic>
        <p:nvPicPr>
          <p:cNvPr id="263" name="Google Shape;263;p31"/>
          <p:cNvPicPr preferRelativeResize="0"/>
          <p:nvPr/>
        </p:nvPicPr>
        <p:blipFill rotWithShape="1">
          <a:blip r:embed="rId3">
            <a:alphaModFix/>
          </a:blip>
          <a:srcRect/>
          <a:stretch/>
        </p:blipFill>
        <p:spPr>
          <a:xfrm>
            <a:off x="5722705" y="2045304"/>
            <a:ext cx="2219340" cy="1159800"/>
          </a:xfrm>
          <a:prstGeom prst="rect">
            <a:avLst/>
          </a:prstGeom>
          <a:noFill/>
          <a:ln>
            <a:noFill/>
          </a:ln>
        </p:spPr>
      </p:pic>
      <p:pic>
        <p:nvPicPr>
          <p:cNvPr id="264" name="Google Shape;264;p31"/>
          <p:cNvPicPr preferRelativeResize="0"/>
          <p:nvPr/>
        </p:nvPicPr>
        <p:blipFill rotWithShape="1">
          <a:blip r:embed="rId4">
            <a:alphaModFix/>
          </a:blip>
          <a:srcRect/>
          <a:stretch/>
        </p:blipFill>
        <p:spPr>
          <a:xfrm>
            <a:off x="5790680" y="2449022"/>
            <a:ext cx="145275" cy="423000"/>
          </a:xfrm>
          <a:prstGeom prst="rect">
            <a:avLst/>
          </a:prstGeom>
          <a:noFill/>
          <a:ln>
            <a:noFill/>
          </a:ln>
        </p:spPr>
      </p:pic>
      <p:pic>
        <p:nvPicPr>
          <p:cNvPr id="265" name="Google Shape;265;p31"/>
          <p:cNvPicPr preferRelativeResize="0"/>
          <p:nvPr/>
        </p:nvPicPr>
        <p:blipFill rotWithShape="1">
          <a:blip r:embed="rId5">
            <a:alphaModFix/>
          </a:blip>
          <a:srcRect/>
          <a:stretch/>
        </p:blipFill>
        <p:spPr>
          <a:xfrm>
            <a:off x="6336726" y="1237502"/>
            <a:ext cx="1032700" cy="1209125"/>
          </a:xfrm>
          <a:prstGeom prst="rect">
            <a:avLst/>
          </a:prstGeom>
          <a:noFill/>
          <a:ln>
            <a:noFill/>
          </a:ln>
        </p:spPr>
      </p:pic>
      <p:sp>
        <p:nvSpPr>
          <p:cNvPr id="266" name="Google Shape;266;p31"/>
          <p:cNvSpPr txBox="1"/>
          <p:nvPr/>
        </p:nvSpPr>
        <p:spPr>
          <a:xfrm>
            <a:off x="310114" y="913880"/>
            <a:ext cx="5190461" cy="425572"/>
          </a:xfrm>
          <a:prstGeom prst="rect">
            <a:avLst/>
          </a:prstGeom>
          <a:noFill/>
          <a:ln>
            <a:noFill/>
          </a:ln>
        </p:spPr>
        <p:txBody>
          <a:bodyPr spcFirstLastPara="1" wrap="square" lIns="0" tIns="0" rIns="0" bIns="0" anchor="b" anchorCtr="0">
            <a:noAutofit/>
          </a:bodyPr>
          <a:lstStyle/>
          <a:p>
            <a:pPr marL="342900" marR="0" lvl="0" indent="-342900" algn="l" rtl="0">
              <a:lnSpc>
                <a:spcPct val="100000"/>
              </a:lnSpc>
              <a:spcBef>
                <a:spcPts val="0"/>
              </a:spcBef>
              <a:spcAft>
                <a:spcPts val="0"/>
              </a:spcAft>
              <a:buClr>
                <a:schemeClr val="lt1"/>
              </a:buClr>
              <a:buSzPts val="3600"/>
              <a:buFont typeface="Lexend Deca"/>
              <a:buNone/>
            </a:pPr>
            <a:r>
              <a:rPr lang="en-US" sz="2400" b="0" i="0" u="none" strike="noStrike" cap="none">
                <a:solidFill>
                  <a:schemeClr val="lt1"/>
                </a:solidFill>
                <a:latin typeface="Lexend Deca"/>
                <a:ea typeface="Lexend Deca"/>
                <a:cs typeface="Lexend Deca"/>
                <a:sym typeface="Lexend Deca"/>
              </a:rPr>
              <a:t>Hyper Text Markup Language</a:t>
            </a:r>
            <a:endParaRPr/>
          </a:p>
        </p:txBody>
      </p:sp>
      <p:pic>
        <p:nvPicPr>
          <p:cNvPr id="267" name="Google Shape;267;p31"/>
          <p:cNvPicPr preferRelativeResize="0"/>
          <p:nvPr/>
        </p:nvPicPr>
        <p:blipFill rotWithShape="1">
          <a:blip r:embed="rId6">
            <a:alphaModFix/>
          </a:blip>
          <a:srcRect/>
          <a:stretch/>
        </p:blipFill>
        <p:spPr>
          <a:xfrm>
            <a:off x="5504685" y="1010862"/>
            <a:ext cx="2437360" cy="2437360"/>
          </a:xfrm>
          <a:prstGeom prst="rect">
            <a:avLst/>
          </a:prstGeom>
          <a:noFill/>
          <a:ln>
            <a:noFill/>
          </a:ln>
          <a:effectLst>
            <a:outerShdw blurRad="50800" dist="38100" dir="10800000" algn="r" rotWithShape="0">
              <a:srgbClr val="000000">
                <a:alpha val="40000"/>
              </a:srgbClr>
            </a:outerShdw>
          </a:effectLst>
        </p:spPr>
      </p:pic>
      <p:sp>
        <p:nvSpPr>
          <p:cNvPr id="268" name="Google Shape;268;p31"/>
          <p:cNvSpPr txBox="1"/>
          <p:nvPr/>
        </p:nvSpPr>
        <p:spPr>
          <a:xfrm>
            <a:off x="310114" y="1516142"/>
            <a:ext cx="5190461" cy="1667250"/>
          </a:xfrm>
          <a:prstGeom prst="rect">
            <a:avLst/>
          </a:prstGeom>
          <a:noFill/>
          <a:ln>
            <a:noFill/>
          </a:ln>
        </p:spPr>
        <p:txBody>
          <a:bodyPr spcFirstLastPara="1" wrap="square" lIns="0" tIns="0" rIns="0" bIns="0" anchor="b" anchorCtr="0">
            <a:noAutofit/>
          </a:bodyPr>
          <a:lstStyle/>
          <a:p>
            <a:pPr marL="342900" marR="0" lvl="0" indent="-342900" algn="l" rtl="0">
              <a:lnSpc>
                <a:spcPct val="100000"/>
              </a:lnSpc>
              <a:spcBef>
                <a:spcPts val="0"/>
              </a:spcBef>
              <a:spcAft>
                <a:spcPts val="0"/>
              </a:spcAft>
              <a:buClr>
                <a:schemeClr val="lt1"/>
              </a:buClr>
              <a:buSzPts val="3600"/>
              <a:buFont typeface="Lexend Deca"/>
              <a:buNone/>
            </a:pPr>
            <a:r>
              <a:rPr lang="en-US" sz="1400" b="0" i="0" u="none" strike="noStrike" cap="none">
                <a:solidFill>
                  <a:schemeClr val="lt1"/>
                </a:solidFill>
                <a:latin typeface="Lexend Deca"/>
                <a:ea typeface="Lexend Deca"/>
                <a:cs typeface="Lexend Deca"/>
                <a:sym typeface="Lexend Deca"/>
              </a:rPr>
              <a:t>Have you ever wondered </a:t>
            </a:r>
            <a:r>
              <a:rPr lang="en-US" sz="1400" b="1" i="0" u="sng" strike="noStrike" cap="none">
                <a:solidFill>
                  <a:schemeClr val="lt1"/>
                </a:solidFill>
                <a:latin typeface="Lexend Deca"/>
                <a:ea typeface="Lexend Deca"/>
                <a:cs typeface="Lexend Deca"/>
                <a:sym typeface="Lexend Deca"/>
              </a:rPr>
              <a:t>what</a:t>
            </a:r>
            <a:r>
              <a:rPr lang="en-US" sz="1400" b="0" i="0" u="none" strike="noStrike" cap="none">
                <a:solidFill>
                  <a:schemeClr val="lt1"/>
                </a:solidFill>
                <a:latin typeface="Lexend Deca"/>
                <a:ea typeface="Lexend Deca"/>
                <a:cs typeface="Lexend Deca"/>
                <a:sym typeface="Lexend Deca"/>
              </a:rPr>
              <a:t> HTML is ?!</a:t>
            </a:r>
            <a:endParaRPr/>
          </a:p>
          <a:p>
            <a:pPr marL="342900" marR="0" lvl="0" indent="-342900" algn="l" rtl="0">
              <a:lnSpc>
                <a:spcPct val="100000"/>
              </a:lnSpc>
              <a:spcBef>
                <a:spcPts val="0"/>
              </a:spcBef>
              <a:spcAft>
                <a:spcPts val="0"/>
              </a:spcAft>
              <a:buClr>
                <a:schemeClr val="lt1"/>
              </a:buClr>
              <a:buSzPts val="3600"/>
              <a:buFont typeface="Lexend Deca"/>
              <a:buNone/>
            </a:pPr>
            <a:endParaRPr sz="1400" b="0" i="0" u="none" strike="noStrike" cap="none">
              <a:solidFill>
                <a:schemeClr val="lt1"/>
              </a:solidFill>
              <a:latin typeface="Lexend Deca"/>
              <a:ea typeface="Lexend Deca"/>
              <a:cs typeface="Lexend Deca"/>
              <a:sym typeface="Lexend Deca"/>
            </a:endParaRPr>
          </a:p>
          <a:p>
            <a:pPr marL="342900" marR="0" lvl="0" indent="-342900" algn="l" rtl="0">
              <a:lnSpc>
                <a:spcPct val="100000"/>
              </a:lnSpc>
              <a:spcBef>
                <a:spcPts val="0"/>
              </a:spcBef>
              <a:spcAft>
                <a:spcPts val="0"/>
              </a:spcAft>
              <a:buClr>
                <a:schemeClr val="lt1"/>
              </a:buClr>
              <a:buSzPts val="3600"/>
              <a:buFont typeface="Lexend Deca"/>
              <a:buNone/>
            </a:pPr>
            <a:r>
              <a:rPr lang="en-US" sz="1400" b="0" i="0" u="none" strike="noStrike" cap="none">
                <a:solidFill>
                  <a:schemeClr val="lt1"/>
                </a:solidFill>
                <a:latin typeface="Lexend Deca"/>
                <a:ea typeface="Lexend Deca"/>
                <a:cs typeface="Lexend Deca"/>
                <a:sym typeface="Lexend Deca"/>
              </a:rPr>
              <a:t>HTML is the standard markup language for documents designed to be displayed in a web browser, it provides means to create structured documents by denoting structural semantics for text such as headings, paragraphs, lists, links, quotes and other items.</a:t>
            </a:r>
            <a:endParaRPr sz="1400" b="0" i="0" u="none" strike="noStrike" cap="none">
              <a:solidFill>
                <a:schemeClr val="lt1"/>
              </a:solidFill>
              <a:latin typeface="Lexend Deca"/>
              <a:ea typeface="Lexend Deca"/>
              <a:cs typeface="Lexend Deca"/>
              <a:sym typeface="Lexend Deca"/>
            </a:endParaRPr>
          </a:p>
        </p:txBody>
      </p:sp>
      <p:sp>
        <p:nvSpPr>
          <p:cNvPr id="269" name="Google Shape;269;p31"/>
          <p:cNvSpPr txBox="1"/>
          <p:nvPr/>
        </p:nvSpPr>
        <p:spPr>
          <a:xfrm>
            <a:off x="2360587" y="4121726"/>
            <a:ext cx="4164904"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400" b="0" i="0" u="none" strike="noStrike" cap="none">
                <a:solidFill>
                  <a:schemeClr val="lt1"/>
                </a:solidFill>
                <a:latin typeface="Lexend Deca"/>
                <a:ea typeface="Lexend Deca"/>
                <a:cs typeface="Lexend Deca"/>
                <a:sym typeface="Lexend Deca"/>
              </a:rPr>
              <a:t>Excited to know more !!!</a:t>
            </a:r>
            <a:br>
              <a:rPr lang="en-US" sz="2400" b="0" i="0" u="none" strike="noStrike" cap="none">
                <a:solidFill>
                  <a:schemeClr val="lt1"/>
                </a:solidFill>
                <a:latin typeface="Lexend Deca"/>
                <a:ea typeface="Lexend Deca"/>
                <a:cs typeface="Lexend Deca"/>
                <a:sym typeface="Lexend Deca"/>
              </a:rPr>
            </a:br>
            <a:r>
              <a:rPr lang="en-US" sz="2400" b="0" i="0" u="none" strike="noStrike" cap="none">
                <a:solidFill>
                  <a:schemeClr val="lt1"/>
                </a:solidFill>
                <a:latin typeface="Lexend Deca"/>
                <a:ea typeface="Lexend Deca"/>
                <a:cs typeface="Lexend Deca"/>
                <a:sym typeface="Lexend Deca"/>
              </a:rPr>
              <a:t>Let’s learn more about it</a:t>
            </a: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pic>
        <p:nvPicPr>
          <p:cNvPr id="274" name="Google Shape;274;p32"/>
          <p:cNvPicPr preferRelativeResize="0"/>
          <p:nvPr/>
        </p:nvPicPr>
        <p:blipFill rotWithShape="1">
          <a:blip r:embed="rId3">
            <a:alphaModFix/>
          </a:blip>
          <a:srcRect/>
          <a:stretch/>
        </p:blipFill>
        <p:spPr>
          <a:xfrm>
            <a:off x="-454218" y="160276"/>
            <a:ext cx="6191558" cy="5423492"/>
          </a:xfrm>
          <a:prstGeom prst="rect">
            <a:avLst/>
          </a:prstGeom>
          <a:noFill/>
          <a:ln>
            <a:noFill/>
          </a:ln>
        </p:spPr>
      </p:pic>
      <p:sp>
        <p:nvSpPr>
          <p:cNvPr id="275" name="Google Shape;275;p32"/>
          <p:cNvSpPr txBox="1">
            <a:spLocks noGrp="1"/>
          </p:cNvSpPr>
          <p:nvPr>
            <p:ph type="ctrTitle"/>
          </p:nvPr>
        </p:nvSpPr>
        <p:spPr>
          <a:xfrm>
            <a:off x="310115" y="311618"/>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HTML (base snippet code)</a:t>
            </a:r>
            <a:endParaRPr/>
          </a:p>
        </p:txBody>
      </p:sp>
      <p:pic>
        <p:nvPicPr>
          <p:cNvPr id="276" name="Google Shape;276;p32"/>
          <p:cNvPicPr preferRelativeResize="0"/>
          <p:nvPr/>
        </p:nvPicPr>
        <p:blipFill rotWithShape="1">
          <a:blip r:embed="rId4">
            <a:alphaModFix/>
          </a:blip>
          <a:srcRect/>
          <a:stretch/>
        </p:blipFill>
        <p:spPr>
          <a:xfrm>
            <a:off x="5722705" y="2045304"/>
            <a:ext cx="2219340" cy="1159800"/>
          </a:xfrm>
          <a:prstGeom prst="rect">
            <a:avLst/>
          </a:prstGeom>
          <a:noFill/>
          <a:ln>
            <a:noFill/>
          </a:ln>
        </p:spPr>
      </p:pic>
      <p:pic>
        <p:nvPicPr>
          <p:cNvPr id="277" name="Google Shape;277;p32"/>
          <p:cNvPicPr preferRelativeResize="0"/>
          <p:nvPr/>
        </p:nvPicPr>
        <p:blipFill rotWithShape="1">
          <a:blip r:embed="rId5">
            <a:alphaModFix/>
          </a:blip>
          <a:srcRect/>
          <a:stretch/>
        </p:blipFill>
        <p:spPr>
          <a:xfrm>
            <a:off x="5790680" y="2449022"/>
            <a:ext cx="145275" cy="423000"/>
          </a:xfrm>
          <a:prstGeom prst="rect">
            <a:avLst/>
          </a:prstGeom>
          <a:noFill/>
          <a:ln>
            <a:noFill/>
          </a:ln>
        </p:spPr>
      </p:pic>
      <p:pic>
        <p:nvPicPr>
          <p:cNvPr id="278" name="Google Shape;278;p32"/>
          <p:cNvPicPr preferRelativeResize="0"/>
          <p:nvPr/>
        </p:nvPicPr>
        <p:blipFill rotWithShape="1">
          <a:blip r:embed="rId6">
            <a:alphaModFix/>
          </a:blip>
          <a:srcRect/>
          <a:stretch/>
        </p:blipFill>
        <p:spPr>
          <a:xfrm>
            <a:off x="6336726" y="1237502"/>
            <a:ext cx="1032700" cy="1209125"/>
          </a:xfrm>
          <a:prstGeom prst="rect">
            <a:avLst/>
          </a:prstGeom>
          <a:noFill/>
          <a:ln>
            <a:noFill/>
          </a:ln>
        </p:spPr>
      </p:pic>
      <p:pic>
        <p:nvPicPr>
          <p:cNvPr id="279" name="Google Shape;279;p32"/>
          <p:cNvPicPr preferRelativeResize="0"/>
          <p:nvPr/>
        </p:nvPicPr>
        <p:blipFill rotWithShape="1">
          <a:blip r:embed="rId7">
            <a:alphaModFix/>
          </a:blip>
          <a:srcRect/>
          <a:stretch/>
        </p:blipFill>
        <p:spPr>
          <a:xfrm>
            <a:off x="3026743" y="307003"/>
            <a:ext cx="6498045" cy="513003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pic>
        <p:nvPicPr>
          <p:cNvPr id="284" name="Google Shape;284;p33"/>
          <p:cNvPicPr preferRelativeResize="0"/>
          <p:nvPr/>
        </p:nvPicPr>
        <p:blipFill rotWithShape="1">
          <a:blip r:embed="rId3">
            <a:alphaModFix/>
          </a:blip>
          <a:srcRect/>
          <a:stretch/>
        </p:blipFill>
        <p:spPr>
          <a:xfrm>
            <a:off x="-453707" y="-3683"/>
            <a:ext cx="5788041" cy="5751408"/>
          </a:xfrm>
          <a:prstGeom prst="rect">
            <a:avLst/>
          </a:prstGeom>
          <a:noFill/>
          <a:ln>
            <a:noFill/>
          </a:ln>
        </p:spPr>
      </p:pic>
      <p:sp>
        <p:nvSpPr>
          <p:cNvPr id="285" name="Google Shape;285;p33"/>
          <p:cNvSpPr txBox="1">
            <a:spLocks noGrp="1"/>
          </p:cNvSpPr>
          <p:nvPr>
            <p:ph type="ctrTitle"/>
          </p:nvPr>
        </p:nvSpPr>
        <p:spPr>
          <a:xfrm>
            <a:off x="310115" y="311618"/>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HTML (header)</a:t>
            </a:r>
            <a:endParaRPr/>
          </a:p>
        </p:txBody>
      </p:sp>
      <p:pic>
        <p:nvPicPr>
          <p:cNvPr id="286" name="Google Shape;286;p33"/>
          <p:cNvPicPr preferRelativeResize="0"/>
          <p:nvPr/>
        </p:nvPicPr>
        <p:blipFill rotWithShape="1">
          <a:blip r:embed="rId4">
            <a:alphaModFix/>
          </a:blip>
          <a:srcRect/>
          <a:stretch/>
        </p:blipFill>
        <p:spPr>
          <a:xfrm>
            <a:off x="5722705" y="2045304"/>
            <a:ext cx="2219340" cy="1159800"/>
          </a:xfrm>
          <a:prstGeom prst="rect">
            <a:avLst/>
          </a:prstGeom>
          <a:noFill/>
          <a:ln>
            <a:noFill/>
          </a:ln>
        </p:spPr>
      </p:pic>
      <p:pic>
        <p:nvPicPr>
          <p:cNvPr id="287" name="Google Shape;287;p33"/>
          <p:cNvPicPr preferRelativeResize="0"/>
          <p:nvPr/>
        </p:nvPicPr>
        <p:blipFill rotWithShape="1">
          <a:blip r:embed="rId5">
            <a:alphaModFix/>
          </a:blip>
          <a:srcRect/>
          <a:stretch/>
        </p:blipFill>
        <p:spPr>
          <a:xfrm>
            <a:off x="5790680" y="2449022"/>
            <a:ext cx="145275" cy="423000"/>
          </a:xfrm>
          <a:prstGeom prst="rect">
            <a:avLst/>
          </a:prstGeom>
          <a:noFill/>
          <a:ln>
            <a:noFill/>
          </a:ln>
        </p:spPr>
      </p:pic>
      <p:pic>
        <p:nvPicPr>
          <p:cNvPr id="288" name="Google Shape;288;p33"/>
          <p:cNvPicPr preferRelativeResize="0"/>
          <p:nvPr/>
        </p:nvPicPr>
        <p:blipFill rotWithShape="1">
          <a:blip r:embed="rId6">
            <a:alphaModFix/>
          </a:blip>
          <a:srcRect/>
          <a:stretch/>
        </p:blipFill>
        <p:spPr>
          <a:xfrm>
            <a:off x="6336726" y="1237502"/>
            <a:ext cx="1032700" cy="1209125"/>
          </a:xfrm>
          <a:prstGeom prst="rect">
            <a:avLst/>
          </a:prstGeom>
          <a:noFill/>
          <a:ln>
            <a:noFill/>
          </a:ln>
        </p:spPr>
      </p:pic>
      <p:pic>
        <p:nvPicPr>
          <p:cNvPr id="289" name="Google Shape;289;p33"/>
          <p:cNvPicPr preferRelativeResize="0"/>
          <p:nvPr/>
        </p:nvPicPr>
        <p:blipFill rotWithShape="1">
          <a:blip r:embed="rId7">
            <a:alphaModFix/>
          </a:blip>
          <a:srcRect/>
          <a:stretch/>
        </p:blipFill>
        <p:spPr>
          <a:xfrm>
            <a:off x="3025268" y="307004"/>
            <a:ext cx="6498045" cy="513003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pic>
        <p:nvPicPr>
          <p:cNvPr id="294" name="Google Shape;294;p34"/>
          <p:cNvPicPr preferRelativeResize="0"/>
          <p:nvPr/>
        </p:nvPicPr>
        <p:blipFill rotWithShape="1">
          <a:blip r:embed="rId3">
            <a:alphaModFix/>
          </a:blip>
          <a:srcRect/>
          <a:stretch/>
        </p:blipFill>
        <p:spPr>
          <a:xfrm>
            <a:off x="-545796" y="159429"/>
            <a:ext cx="6185650" cy="5425183"/>
          </a:xfrm>
          <a:prstGeom prst="rect">
            <a:avLst/>
          </a:prstGeom>
          <a:noFill/>
          <a:ln>
            <a:noFill/>
          </a:ln>
        </p:spPr>
      </p:pic>
      <p:sp>
        <p:nvSpPr>
          <p:cNvPr id="295" name="Google Shape;295;p34"/>
          <p:cNvSpPr txBox="1">
            <a:spLocks noGrp="1"/>
          </p:cNvSpPr>
          <p:nvPr>
            <p:ph type="ctrTitle"/>
          </p:nvPr>
        </p:nvSpPr>
        <p:spPr>
          <a:xfrm>
            <a:off x="310115" y="311618"/>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HTML (paragraph)</a:t>
            </a:r>
            <a:endParaRPr/>
          </a:p>
        </p:txBody>
      </p:sp>
      <p:pic>
        <p:nvPicPr>
          <p:cNvPr id="296" name="Google Shape;296;p34"/>
          <p:cNvPicPr preferRelativeResize="0"/>
          <p:nvPr/>
        </p:nvPicPr>
        <p:blipFill rotWithShape="1">
          <a:blip r:embed="rId4">
            <a:alphaModFix/>
          </a:blip>
          <a:srcRect/>
          <a:stretch/>
        </p:blipFill>
        <p:spPr>
          <a:xfrm>
            <a:off x="5722705" y="2045304"/>
            <a:ext cx="2219340" cy="1159800"/>
          </a:xfrm>
          <a:prstGeom prst="rect">
            <a:avLst/>
          </a:prstGeom>
          <a:noFill/>
          <a:ln>
            <a:noFill/>
          </a:ln>
        </p:spPr>
      </p:pic>
      <p:pic>
        <p:nvPicPr>
          <p:cNvPr id="297" name="Google Shape;297;p34"/>
          <p:cNvPicPr preferRelativeResize="0"/>
          <p:nvPr/>
        </p:nvPicPr>
        <p:blipFill rotWithShape="1">
          <a:blip r:embed="rId5">
            <a:alphaModFix/>
          </a:blip>
          <a:srcRect/>
          <a:stretch/>
        </p:blipFill>
        <p:spPr>
          <a:xfrm>
            <a:off x="5790680" y="2449022"/>
            <a:ext cx="145275" cy="423000"/>
          </a:xfrm>
          <a:prstGeom prst="rect">
            <a:avLst/>
          </a:prstGeom>
          <a:noFill/>
          <a:ln>
            <a:noFill/>
          </a:ln>
        </p:spPr>
      </p:pic>
      <p:pic>
        <p:nvPicPr>
          <p:cNvPr id="298" name="Google Shape;298;p34"/>
          <p:cNvPicPr preferRelativeResize="0"/>
          <p:nvPr/>
        </p:nvPicPr>
        <p:blipFill rotWithShape="1">
          <a:blip r:embed="rId6">
            <a:alphaModFix/>
          </a:blip>
          <a:srcRect/>
          <a:stretch/>
        </p:blipFill>
        <p:spPr>
          <a:xfrm>
            <a:off x="6336726" y="1237502"/>
            <a:ext cx="1032700" cy="1209125"/>
          </a:xfrm>
          <a:prstGeom prst="rect">
            <a:avLst/>
          </a:prstGeom>
          <a:noFill/>
          <a:ln>
            <a:noFill/>
          </a:ln>
        </p:spPr>
      </p:pic>
      <p:pic>
        <p:nvPicPr>
          <p:cNvPr id="299" name="Google Shape;299;p34"/>
          <p:cNvPicPr preferRelativeResize="0"/>
          <p:nvPr/>
        </p:nvPicPr>
        <p:blipFill rotWithShape="1">
          <a:blip r:embed="rId7">
            <a:alphaModFix/>
          </a:blip>
          <a:srcRect/>
          <a:stretch/>
        </p:blipFill>
        <p:spPr>
          <a:xfrm>
            <a:off x="3025268" y="307004"/>
            <a:ext cx="6498044" cy="513003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pic>
        <p:nvPicPr>
          <p:cNvPr id="304" name="Google Shape;304;p35"/>
          <p:cNvPicPr preferRelativeResize="0"/>
          <p:nvPr/>
        </p:nvPicPr>
        <p:blipFill rotWithShape="1">
          <a:blip r:embed="rId3">
            <a:alphaModFix/>
          </a:blip>
          <a:srcRect/>
          <a:stretch/>
        </p:blipFill>
        <p:spPr>
          <a:xfrm>
            <a:off x="-679419" y="-98739"/>
            <a:ext cx="7016145" cy="5941520"/>
          </a:xfrm>
          <a:prstGeom prst="rect">
            <a:avLst/>
          </a:prstGeom>
          <a:noFill/>
          <a:ln>
            <a:noFill/>
          </a:ln>
        </p:spPr>
      </p:pic>
      <p:sp>
        <p:nvSpPr>
          <p:cNvPr id="305" name="Google Shape;305;p35"/>
          <p:cNvSpPr txBox="1">
            <a:spLocks noGrp="1"/>
          </p:cNvSpPr>
          <p:nvPr>
            <p:ph type="ctrTitle"/>
          </p:nvPr>
        </p:nvSpPr>
        <p:spPr>
          <a:xfrm>
            <a:off x="310115" y="311618"/>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HTML (link)</a:t>
            </a:r>
            <a:endParaRPr/>
          </a:p>
        </p:txBody>
      </p:sp>
      <p:pic>
        <p:nvPicPr>
          <p:cNvPr id="306" name="Google Shape;306;p35"/>
          <p:cNvPicPr preferRelativeResize="0"/>
          <p:nvPr/>
        </p:nvPicPr>
        <p:blipFill rotWithShape="1">
          <a:blip r:embed="rId4">
            <a:alphaModFix/>
          </a:blip>
          <a:srcRect/>
          <a:stretch/>
        </p:blipFill>
        <p:spPr>
          <a:xfrm>
            <a:off x="5722705" y="2045304"/>
            <a:ext cx="2219340" cy="1159800"/>
          </a:xfrm>
          <a:prstGeom prst="rect">
            <a:avLst/>
          </a:prstGeom>
          <a:noFill/>
          <a:ln>
            <a:noFill/>
          </a:ln>
        </p:spPr>
      </p:pic>
      <p:pic>
        <p:nvPicPr>
          <p:cNvPr id="307" name="Google Shape;307;p35"/>
          <p:cNvPicPr preferRelativeResize="0"/>
          <p:nvPr/>
        </p:nvPicPr>
        <p:blipFill rotWithShape="1">
          <a:blip r:embed="rId5">
            <a:alphaModFix/>
          </a:blip>
          <a:srcRect/>
          <a:stretch/>
        </p:blipFill>
        <p:spPr>
          <a:xfrm>
            <a:off x="5790680" y="2449022"/>
            <a:ext cx="145275" cy="423000"/>
          </a:xfrm>
          <a:prstGeom prst="rect">
            <a:avLst/>
          </a:prstGeom>
          <a:noFill/>
          <a:ln>
            <a:noFill/>
          </a:ln>
        </p:spPr>
      </p:pic>
      <p:pic>
        <p:nvPicPr>
          <p:cNvPr id="308" name="Google Shape;308;p35"/>
          <p:cNvPicPr preferRelativeResize="0"/>
          <p:nvPr/>
        </p:nvPicPr>
        <p:blipFill rotWithShape="1">
          <a:blip r:embed="rId6">
            <a:alphaModFix/>
          </a:blip>
          <a:srcRect/>
          <a:stretch/>
        </p:blipFill>
        <p:spPr>
          <a:xfrm>
            <a:off x="6336726" y="1237502"/>
            <a:ext cx="1032700" cy="1209125"/>
          </a:xfrm>
          <a:prstGeom prst="rect">
            <a:avLst/>
          </a:prstGeom>
          <a:noFill/>
          <a:ln>
            <a:noFill/>
          </a:ln>
        </p:spPr>
      </p:pic>
      <p:pic>
        <p:nvPicPr>
          <p:cNvPr id="309" name="Google Shape;309;p35"/>
          <p:cNvPicPr preferRelativeResize="0"/>
          <p:nvPr/>
        </p:nvPicPr>
        <p:blipFill rotWithShape="1">
          <a:blip r:embed="rId7">
            <a:alphaModFix/>
          </a:blip>
          <a:srcRect/>
          <a:stretch/>
        </p:blipFill>
        <p:spPr>
          <a:xfrm>
            <a:off x="3025268" y="307004"/>
            <a:ext cx="6498044" cy="513003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pic>
        <p:nvPicPr>
          <p:cNvPr id="314" name="Google Shape;314;p36"/>
          <p:cNvPicPr preferRelativeResize="0"/>
          <p:nvPr/>
        </p:nvPicPr>
        <p:blipFill rotWithShape="1">
          <a:blip r:embed="rId3">
            <a:alphaModFix/>
          </a:blip>
          <a:srcRect/>
          <a:stretch/>
        </p:blipFill>
        <p:spPr>
          <a:xfrm>
            <a:off x="-679419" y="-98739"/>
            <a:ext cx="7016144" cy="5941520"/>
          </a:xfrm>
          <a:prstGeom prst="rect">
            <a:avLst/>
          </a:prstGeom>
          <a:noFill/>
          <a:ln>
            <a:noFill/>
          </a:ln>
        </p:spPr>
      </p:pic>
      <p:sp>
        <p:nvSpPr>
          <p:cNvPr id="315" name="Google Shape;315;p36"/>
          <p:cNvSpPr txBox="1">
            <a:spLocks noGrp="1"/>
          </p:cNvSpPr>
          <p:nvPr>
            <p:ph type="ctrTitle"/>
          </p:nvPr>
        </p:nvSpPr>
        <p:spPr>
          <a:xfrm>
            <a:off x="310115" y="311618"/>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HTML (image)</a:t>
            </a:r>
            <a:endParaRPr/>
          </a:p>
        </p:txBody>
      </p:sp>
      <p:pic>
        <p:nvPicPr>
          <p:cNvPr id="316" name="Google Shape;316;p36"/>
          <p:cNvPicPr preferRelativeResize="0"/>
          <p:nvPr/>
        </p:nvPicPr>
        <p:blipFill rotWithShape="1">
          <a:blip r:embed="rId4">
            <a:alphaModFix/>
          </a:blip>
          <a:srcRect/>
          <a:stretch/>
        </p:blipFill>
        <p:spPr>
          <a:xfrm>
            <a:off x="5722705" y="2045304"/>
            <a:ext cx="2219340" cy="1159800"/>
          </a:xfrm>
          <a:prstGeom prst="rect">
            <a:avLst/>
          </a:prstGeom>
          <a:noFill/>
          <a:ln>
            <a:noFill/>
          </a:ln>
        </p:spPr>
      </p:pic>
      <p:pic>
        <p:nvPicPr>
          <p:cNvPr id="317" name="Google Shape;317;p36"/>
          <p:cNvPicPr preferRelativeResize="0"/>
          <p:nvPr/>
        </p:nvPicPr>
        <p:blipFill rotWithShape="1">
          <a:blip r:embed="rId5">
            <a:alphaModFix/>
          </a:blip>
          <a:srcRect/>
          <a:stretch/>
        </p:blipFill>
        <p:spPr>
          <a:xfrm>
            <a:off x="5790680" y="2449022"/>
            <a:ext cx="145275" cy="423000"/>
          </a:xfrm>
          <a:prstGeom prst="rect">
            <a:avLst/>
          </a:prstGeom>
          <a:noFill/>
          <a:ln>
            <a:noFill/>
          </a:ln>
        </p:spPr>
      </p:pic>
      <p:pic>
        <p:nvPicPr>
          <p:cNvPr id="318" name="Google Shape;318;p36"/>
          <p:cNvPicPr preferRelativeResize="0"/>
          <p:nvPr/>
        </p:nvPicPr>
        <p:blipFill rotWithShape="1">
          <a:blip r:embed="rId6">
            <a:alphaModFix/>
          </a:blip>
          <a:srcRect/>
          <a:stretch/>
        </p:blipFill>
        <p:spPr>
          <a:xfrm>
            <a:off x="6336726" y="1237502"/>
            <a:ext cx="1032700" cy="1209125"/>
          </a:xfrm>
          <a:prstGeom prst="rect">
            <a:avLst/>
          </a:prstGeom>
          <a:noFill/>
          <a:ln>
            <a:noFill/>
          </a:ln>
        </p:spPr>
      </p:pic>
      <p:pic>
        <p:nvPicPr>
          <p:cNvPr id="319" name="Google Shape;319;p36"/>
          <p:cNvPicPr preferRelativeResize="0"/>
          <p:nvPr/>
        </p:nvPicPr>
        <p:blipFill rotWithShape="1">
          <a:blip r:embed="rId7">
            <a:alphaModFix/>
          </a:blip>
          <a:srcRect/>
          <a:stretch/>
        </p:blipFill>
        <p:spPr>
          <a:xfrm>
            <a:off x="3025268" y="307004"/>
            <a:ext cx="6498043" cy="513003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pic>
        <p:nvPicPr>
          <p:cNvPr id="324" name="Google Shape;324;p37"/>
          <p:cNvPicPr preferRelativeResize="0"/>
          <p:nvPr/>
        </p:nvPicPr>
        <p:blipFill rotWithShape="1">
          <a:blip r:embed="rId3">
            <a:alphaModFix/>
          </a:blip>
          <a:srcRect/>
          <a:stretch/>
        </p:blipFill>
        <p:spPr>
          <a:xfrm>
            <a:off x="-170247" y="-98739"/>
            <a:ext cx="5997799" cy="5941520"/>
          </a:xfrm>
          <a:prstGeom prst="rect">
            <a:avLst/>
          </a:prstGeom>
          <a:noFill/>
          <a:ln>
            <a:noFill/>
          </a:ln>
        </p:spPr>
      </p:pic>
      <p:sp>
        <p:nvSpPr>
          <p:cNvPr id="325" name="Google Shape;325;p37"/>
          <p:cNvSpPr txBox="1">
            <a:spLocks noGrp="1"/>
          </p:cNvSpPr>
          <p:nvPr>
            <p:ph type="ctrTitle"/>
          </p:nvPr>
        </p:nvSpPr>
        <p:spPr>
          <a:xfrm>
            <a:off x="310115" y="311618"/>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HTML (table)</a:t>
            </a:r>
            <a:endParaRPr/>
          </a:p>
        </p:txBody>
      </p:sp>
      <p:pic>
        <p:nvPicPr>
          <p:cNvPr id="326" name="Google Shape;326;p37"/>
          <p:cNvPicPr preferRelativeResize="0"/>
          <p:nvPr/>
        </p:nvPicPr>
        <p:blipFill rotWithShape="1">
          <a:blip r:embed="rId4">
            <a:alphaModFix/>
          </a:blip>
          <a:srcRect/>
          <a:stretch/>
        </p:blipFill>
        <p:spPr>
          <a:xfrm>
            <a:off x="5722705" y="2045304"/>
            <a:ext cx="2219340" cy="1159800"/>
          </a:xfrm>
          <a:prstGeom prst="rect">
            <a:avLst/>
          </a:prstGeom>
          <a:noFill/>
          <a:ln>
            <a:noFill/>
          </a:ln>
        </p:spPr>
      </p:pic>
      <p:pic>
        <p:nvPicPr>
          <p:cNvPr id="327" name="Google Shape;327;p37"/>
          <p:cNvPicPr preferRelativeResize="0"/>
          <p:nvPr/>
        </p:nvPicPr>
        <p:blipFill rotWithShape="1">
          <a:blip r:embed="rId5">
            <a:alphaModFix/>
          </a:blip>
          <a:srcRect/>
          <a:stretch/>
        </p:blipFill>
        <p:spPr>
          <a:xfrm>
            <a:off x="5790680" y="2449022"/>
            <a:ext cx="145275" cy="423000"/>
          </a:xfrm>
          <a:prstGeom prst="rect">
            <a:avLst/>
          </a:prstGeom>
          <a:noFill/>
          <a:ln>
            <a:noFill/>
          </a:ln>
        </p:spPr>
      </p:pic>
      <p:pic>
        <p:nvPicPr>
          <p:cNvPr id="328" name="Google Shape;328;p37"/>
          <p:cNvPicPr preferRelativeResize="0"/>
          <p:nvPr/>
        </p:nvPicPr>
        <p:blipFill rotWithShape="1">
          <a:blip r:embed="rId6">
            <a:alphaModFix/>
          </a:blip>
          <a:srcRect/>
          <a:stretch/>
        </p:blipFill>
        <p:spPr>
          <a:xfrm>
            <a:off x="6336726" y="1237502"/>
            <a:ext cx="1032700" cy="1209125"/>
          </a:xfrm>
          <a:prstGeom prst="rect">
            <a:avLst/>
          </a:prstGeom>
          <a:noFill/>
          <a:ln>
            <a:noFill/>
          </a:ln>
        </p:spPr>
      </p:pic>
      <p:pic>
        <p:nvPicPr>
          <p:cNvPr id="329" name="Google Shape;329;p37"/>
          <p:cNvPicPr preferRelativeResize="0"/>
          <p:nvPr/>
        </p:nvPicPr>
        <p:blipFill rotWithShape="1">
          <a:blip r:embed="rId7">
            <a:alphaModFix/>
          </a:blip>
          <a:srcRect/>
          <a:stretch/>
        </p:blipFill>
        <p:spPr>
          <a:xfrm>
            <a:off x="3025268" y="307004"/>
            <a:ext cx="6498043" cy="513003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pic>
        <p:nvPicPr>
          <p:cNvPr id="334" name="Google Shape;334;p38"/>
          <p:cNvPicPr preferRelativeResize="0"/>
          <p:nvPr/>
        </p:nvPicPr>
        <p:blipFill rotWithShape="1">
          <a:blip r:embed="rId3">
            <a:alphaModFix/>
          </a:blip>
          <a:srcRect/>
          <a:stretch/>
        </p:blipFill>
        <p:spPr>
          <a:xfrm>
            <a:off x="-170247" y="556516"/>
            <a:ext cx="5997799" cy="4631008"/>
          </a:xfrm>
          <a:prstGeom prst="rect">
            <a:avLst/>
          </a:prstGeom>
          <a:noFill/>
          <a:ln>
            <a:noFill/>
          </a:ln>
        </p:spPr>
      </p:pic>
      <p:sp>
        <p:nvSpPr>
          <p:cNvPr id="335" name="Google Shape;335;p38"/>
          <p:cNvSpPr txBox="1">
            <a:spLocks noGrp="1"/>
          </p:cNvSpPr>
          <p:nvPr>
            <p:ph type="ctrTitle"/>
          </p:nvPr>
        </p:nvSpPr>
        <p:spPr>
          <a:xfrm>
            <a:off x="310115" y="311618"/>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HTML (list)</a:t>
            </a:r>
            <a:endParaRPr/>
          </a:p>
        </p:txBody>
      </p:sp>
      <p:pic>
        <p:nvPicPr>
          <p:cNvPr id="336" name="Google Shape;336;p38"/>
          <p:cNvPicPr preferRelativeResize="0"/>
          <p:nvPr/>
        </p:nvPicPr>
        <p:blipFill rotWithShape="1">
          <a:blip r:embed="rId4">
            <a:alphaModFix/>
          </a:blip>
          <a:srcRect/>
          <a:stretch/>
        </p:blipFill>
        <p:spPr>
          <a:xfrm>
            <a:off x="5722705" y="2045304"/>
            <a:ext cx="2219340" cy="1159800"/>
          </a:xfrm>
          <a:prstGeom prst="rect">
            <a:avLst/>
          </a:prstGeom>
          <a:noFill/>
          <a:ln>
            <a:noFill/>
          </a:ln>
        </p:spPr>
      </p:pic>
      <p:pic>
        <p:nvPicPr>
          <p:cNvPr id="337" name="Google Shape;337;p38"/>
          <p:cNvPicPr preferRelativeResize="0"/>
          <p:nvPr/>
        </p:nvPicPr>
        <p:blipFill rotWithShape="1">
          <a:blip r:embed="rId5">
            <a:alphaModFix/>
          </a:blip>
          <a:srcRect/>
          <a:stretch/>
        </p:blipFill>
        <p:spPr>
          <a:xfrm>
            <a:off x="5790680" y="2449022"/>
            <a:ext cx="145275" cy="423000"/>
          </a:xfrm>
          <a:prstGeom prst="rect">
            <a:avLst/>
          </a:prstGeom>
          <a:noFill/>
          <a:ln>
            <a:noFill/>
          </a:ln>
        </p:spPr>
      </p:pic>
      <p:pic>
        <p:nvPicPr>
          <p:cNvPr id="338" name="Google Shape;338;p38"/>
          <p:cNvPicPr preferRelativeResize="0"/>
          <p:nvPr/>
        </p:nvPicPr>
        <p:blipFill rotWithShape="1">
          <a:blip r:embed="rId6">
            <a:alphaModFix/>
          </a:blip>
          <a:srcRect/>
          <a:stretch/>
        </p:blipFill>
        <p:spPr>
          <a:xfrm>
            <a:off x="6336726" y="1237502"/>
            <a:ext cx="1032700" cy="1209125"/>
          </a:xfrm>
          <a:prstGeom prst="rect">
            <a:avLst/>
          </a:prstGeom>
          <a:noFill/>
          <a:ln>
            <a:noFill/>
          </a:ln>
        </p:spPr>
      </p:pic>
      <p:pic>
        <p:nvPicPr>
          <p:cNvPr id="339" name="Google Shape;339;p38"/>
          <p:cNvPicPr preferRelativeResize="0"/>
          <p:nvPr/>
        </p:nvPicPr>
        <p:blipFill rotWithShape="1">
          <a:blip r:embed="rId7">
            <a:alphaModFix/>
          </a:blip>
          <a:srcRect/>
          <a:stretch/>
        </p:blipFill>
        <p:spPr>
          <a:xfrm>
            <a:off x="3025269" y="307004"/>
            <a:ext cx="6498041" cy="513003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pic>
        <p:nvPicPr>
          <p:cNvPr id="344" name="Google Shape;344;p39"/>
          <p:cNvPicPr preferRelativeResize="0"/>
          <p:nvPr/>
        </p:nvPicPr>
        <p:blipFill rotWithShape="1">
          <a:blip r:embed="rId3">
            <a:alphaModFix/>
          </a:blip>
          <a:srcRect/>
          <a:stretch/>
        </p:blipFill>
        <p:spPr>
          <a:xfrm>
            <a:off x="-379368" y="264952"/>
            <a:ext cx="6557573" cy="5214135"/>
          </a:xfrm>
          <a:prstGeom prst="rect">
            <a:avLst/>
          </a:prstGeom>
          <a:noFill/>
          <a:ln>
            <a:noFill/>
          </a:ln>
        </p:spPr>
      </p:pic>
      <p:sp>
        <p:nvSpPr>
          <p:cNvPr id="345" name="Google Shape;345;p39"/>
          <p:cNvSpPr txBox="1">
            <a:spLocks noGrp="1"/>
          </p:cNvSpPr>
          <p:nvPr>
            <p:ph type="ctrTitle"/>
          </p:nvPr>
        </p:nvSpPr>
        <p:spPr>
          <a:xfrm>
            <a:off x="310115" y="311618"/>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HTML (form)</a:t>
            </a:r>
            <a:endParaRPr/>
          </a:p>
        </p:txBody>
      </p:sp>
      <p:pic>
        <p:nvPicPr>
          <p:cNvPr id="346" name="Google Shape;346;p39"/>
          <p:cNvPicPr preferRelativeResize="0"/>
          <p:nvPr/>
        </p:nvPicPr>
        <p:blipFill rotWithShape="1">
          <a:blip r:embed="rId4">
            <a:alphaModFix/>
          </a:blip>
          <a:srcRect/>
          <a:stretch/>
        </p:blipFill>
        <p:spPr>
          <a:xfrm>
            <a:off x="5722705" y="2045304"/>
            <a:ext cx="2219340" cy="1159800"/>
          </a:xfrm>
          <a:prstGeom prst="rect">
            <a:avLst/>
          </a:prstGeom>
          <a:noFill/>
          <a:ln>
            <a:noFill/>
          </a:ln>
        </p:spPr>
      </p:pic>
      <p:pic>
        <p:nvPicPr>
          <p:cNvPr id="347" name="Google Shape;347;p39"/>
          <p:cNvPicPr preferRelativeResize="0"/>
          <p:nvPr/>
        </p:nvPicPr>
        <p:blipFill rotWithShape="1">
          <a:blip r:embed="rId5">
            <a:alphaModFix/>
          </a:blip>
          <a:srcRect/>
          <a:stretch/>
        </p:blipFill>
        <p:spPr>
          <a:xfrm>
            <a:off x="5790680" y="2449022"/>
            <a:ext cx="145275" cy="423000"/>
          </a:xfrm>
          <a:prstGeom prst="rect">
            <a:avLst/>
          </a:prstGeom>
          <a:noFill/>
          <a:ln>
            <a:noFill/>
          </a:ln>
        </p:spPr>
      </p:pic>
      <p:pic>
        <p:nvPicPr>
          <p:cNvPr id="348" name="Google Shape;348;p39"/>
          <p:cNvPicPr preferRelativeResize="0"/>
          <p:nvPr/>
        </p:nvPicPr>
        <p:blipFill rotWithShape="1">
          <a:blip r:embed="rId6">
            <a:alphaModFix/>
          </a:blip>
          <a:srcRect/>
          <a:stretch/>
        </p:blipFill>
        <p:spPr>
          <a:xfrm>
            <a:off x="6336726" y="1237502"/>
            <a:ext cx="1032700" cy="1209125"/>
          </a:xfrm>
          <a:prstGeom prst="rect">
            <a:avLst/>
          </a:prstGeom>
          <a:noFill/>
          <a:ln>
            <a:noFill/>
          </a:ln>
        </p:spPr>
      </p:pic>
      <p:pic>
        <p:nvPicPr>
          <p:cNvPr id="349" name="Google Shape;349;p39"/>
          <p:cNvPicPr preferRelativeResize="0"/>
          <p:nvPr/>
        </p:nvPicPr>
        <p:blipFill rotWithShape="1">
          <a:blip r:embed="rId7">
            <a:alphaModFix/>
          </a:blip>
          <a:srcRect/>
          <a:stretch/>
        </p:blipFill>
        <p:spPr>
          <a:xfrm>
            <a:off x="3025269" y="307004"/>
            <a:ext cx="6498041" cy="513003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40"/>
          <p:cNvSpPr txBox="1">
            <a:spLocks noGrp="1"/>
          </p:cNvSpPr>
          <p:nvPr>
            <p:ph type="body" idx="1"/>
          </p:nvPr>
        </p:nvSpPr>
        <p:spPr>
          <a:xfrm>
            <a:off x="393056" y="308836"/>
            <a:ext cx="8258650" cy="21495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SzPts val="2400"/>
              <a:buNone/>
            </a:pPr>
            <a:r>
              <a:rPr lang="en-US" sz="3200"/>
              <a:t>Other HTML Elements</a:t>
            </a:r>
            <a:endParaRPr/>
          </a:p>
          <a:p>
            <a:pPr marL="0" lvl="0" indent="0" algn="l" rtl="0">
              <a:lnSpc>
                <a:spcPct val="115000"/>
              </a:lnSpc>
              <a:spcBef>
                <a:spcPts val="600"/>
              </a:spcBef>
              <a:spcAft>
                <a:spcPts val="0"/>
              </a:spcAft>
              <a:buSzPts val="2400"/>
              <a:buNone/>
            </a:pPr>
            <a:endParaRPr sz="1400"/>
          </a:p>
          <a:p>
            <a:pPr marL="0" lvl="0" indent="0" algn="l" rtl="0">
              <a:lnSpc>
                <a:spcPct val="115000"/>
              </a:lnSpc>
              <a:spcBef>
                <a:spcPts val="600"/>
              </a:spcBef>
              <a:spcAft>
                <a:spcPts val="0"/>
              </a:spcAft>
              <a:buSzPts val="2400"/>
              <a:buNone/>
            </a:pPr>
            <a:endParaRPr sz="1400"/>
          </a:p>
          <a:p>
            <a:pPr marL="342900" lvl="0" indent="-342900" algn="l" rtl="0">
              <a:lnSpc>
                <a:spcPct val="115000"/>
              </a:lnSpc>
              <a:spcBef>
                <a:spcPts val="600"/>
              </a:spcBef>
              <a:spcAft>
                <a:spcPts val="0"/>
              </a:spcAft>
              <a:buSzPts val="2400"/>
              <a:buChar char="⬡"/>
            </a:pPr>
            <a:r>
              <a:rPr lang="en-US" sz="1400"/>
              <a:t>Div</a:t>
            </a:r>
            <a:endParaRPr/>
          </a:p>
          <a:p>
            <a:pPr marL="342900" lvl="0" indent="-342900" algn="l" rtl="0">
              <a:lnSpc>
                <a:spcPct val="115000"/>
              </a:lnSpc>
              <a:spcBef>
                <a:spcPts val="600"/>
              </a:spcBef>
              <a:spcAft>
                <a:spcPts val="0"/>
              </a:spcAft>
              <a:buSzPts val="2400"/>
              <a:buChar char="⬡"/>
            </a:pPr>
            <a:r>
              <a:rPr lang="en-US" sz="1400"/>
              <a:t>Span</a:t>
            </a:r>
            <a:endParaRPr/>
          </a:p>
          <a:p>
            <a:pPr marL="342900" lvl="0" indent="-342900" algn="l" rtl="0">
              <a:lnSpc>
                <a:spcPct val="115000"/>
              </a:lnSpc>
              <a:spcBef>
                <a:spcPts val="600"/>
              </a:spcBef>
              <a:spcAft>
                <a:spcPts val="0"/>
              </a:spcAft>
              <a:buSzPts val="2400"/>
              <a:buChar char="⬡"/>
            </a:pPr>
            <a:r>
              <a:rPr lang="en-US" sz="1400"/>
              <a:t>Video</a:t>
            </a:r>
            <a:endParaRPr/>
          </a:p>
          <a:p>
            <a:pPr marL="342900" lvl="0" indent="-342900" algn="l" rtl="0">
              <a:lnSpc>
                <a:spcPct val="115000"/>
              </a:lnSpc>
              <a:spcBef>
                <a:spcPts val="600"/>
              </a:spcBef>
              <a:spcAft>
                <a:spcPts val="0"/>
              </a:spcAft>
              <a:buSzPts val="2400"/>
              <a:buChar char="⬡"/>
            </a:pPr>
            <a:r>
              <a:rPr lang="en-US" sz="1400"/>
              <a:t>Audio</a:t>
            </a:r>
            <a:endParaRPr/>
          </a:p>
          <a:p>
            <a:pPr marL="342900" lvl="0" indent="-342900" algn="l" rtl="0">
              <a:lnSpc>
                <a:spcPct val="115000"/>
              </a:lnSpc>
              <a:spcBef>
                <a:spcPts val="600"/>
              </a:spcBef>
              <a:spcAft>
                <a:spcPts val="0"/>
              </a:spcAft>
              <a:buSzPts val="2400"/>
              <a:buChar char="⬡"/>
            </a:pPr>
            <a:r>
              <a:rPr lang="en-US" sz="1400"/>
              <a:t>Iframe</a:t>
            </a:r>
            <a:endParaRPr/>
          </a:p>
          <a:p>
            <a:pPr marL="342900" lvl="0" indent="-342900" algn="l" rtl="0">
              <a:lnSpc>
                <a:spcPct val="115000"/>
              </a:lnSpc>
              <a:spcBef>
                <a:spcPts val="600"/>
              </a:spcBef>
              <a:spcAft>
                <a:spcPts val="0"/>
              </a:spcAft>
              <a:buSzPts val="2400"/>
              <a:buChar char="⬡"/>
            </a:pPr>
            <a:r>
              <a:rPr lang="en-US" sz="1400"/>
              <a:t>Header</a:t>
            </a:r>
            <a:endParaRPr/>
          </a:p>
          <a:p>
            <a:pPr marL="342900" lvl="0" indent="-342900" algn="l" rtl="0">
              <a:lnSpc>
                <a:spcPct val="115000"/>
              </a:lnSpc>
              <a:spcBef>
                <a:spcPts val="600"/>
              </a:spcBef>
              <a:spcAft>
                <a:spcPts val="0"/>
              </a:spcAft>
              <a:buSzPts val="2400"/>
              <a:buChar char="⬡"/>
            </a:pPr>
            <a:r>
              <a:rPr lang="en-US" sz="1400"/>
              <a:t>Footer</a:t>
            </a:r>
            <a:endParaRPr/>
          </a:p>
          <a:p>
            <a:pPr marL="342900" lvl="0" indent="-342900" algn="l" rtl="0">
              <a:lnSpc>
                <a:spcPct val="115000"/>
              </a:lnSpc>
              <a:spcBef>
                <a:spcPts val="600"/>
              </a:spcBef>
              <a:spcAft>
                <a:spcPts val="0"/>
              </a:spcAft>
              <a:buSzPts val="2400"/>
              <a:buChar char="⬡"/>
            </a:pPr>
            <a:r>
              <a:rPr lang="en-US" sz="1400"/>
              <a:t>Canvas</a:t>
            </a:r>
            <a:endParaRPr/>
          </a:p>
          <a:p>
            <a:pPr marL="342900" lvl="0" indent="-342900" algn="l" rtl="0">
              <a:lnSpc>
                <a:spcPct val="115000"/>
              </a:lnSpc>
              <a:spcBef>
                <a:spcPts val="600"/>
              </a:spcBef>
              <a:spcAft>
                <a:spcPts val="0"/>
              </a:spcAft>
              <a:buSzPts val="2400"/>
              <a:buChar char="⬡"/>
            </a:pPr>
            <a:r>
              <a:rPr lang="en-US" sz="1400"/>
              <a:t>…</a:t>
            </a: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41"/>
          <p:cNvSpPr txBox="1">
            <a:spLocks noGrp="1"/>
          </p:cNvSpPr>
          <p:nvPr>
            <p:ph type="body" idx="1"/>
          </p:nvPr>
        </p:nvSpPr>
        <p:spPr>
          <a:xfrm>
            <a:off x="393056" y="308836"/>
            <a:ext cx="8258650" cy="21495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SzPts val="2400"/>
              <a:buNone/>
            </a:pPr>
            <a:r>
              <a:rPr lang="en-US" sz="3200"/>
              <a:t>Agenda</a:t>
            </a:r>
            <a:endParaRPr/>
          </a:p>
          <a:p>
            <a:pPr marL="0" lvl="0" indent="0" algn="l" rtl="0">
              <a:lnSpc>
                <a:spcPct val="115000"/>
              </a:lnSpc>
              <a:spcBef>
                <a:spcPts val="600"/>
              </a:spcBef>
              <a:spcAft>
                <a:spcPts val="0"/>
              </a:spcAft>
              <a:buSzPts val="2400"/>
              <a:buNone/>
            </a:pPr>
            <a:endParaRPr sz="1400"/>
          </a:p>
          <a:p>
            <a:pPr marL="342900" lvl="0" indent="-342900" algn="l" rtl="0">
              <a:lnSpc>
                <a:spcPct val="115000"/>
              </a:lnSpc>
              <a:spcBef>
                <a:spcPts val="600"/>
              </a:spcBef>
              <a:spcAft>
                <a:spcPts val="0"/>
              </a:spcAft>
              <a:buSzPts val="2400"/>
              <a:buChar char="⬡"/>
            </a:pPr>
            <a:r>
              <a:rPr lang="en-US" sz="1400"/>
              <a:t>What is Internet and Web Servers</a:t>
            </a:r>
            <a:endParaRPr/>
          </a:p>
          <a:p>
            <a:pPr marL="342900" lvl="0" indent="-342900" algn="l" rtl="0">
              <a:lnSpc>
                <a:spcPct val="115000"/>
              </a:lnSpc>
              <a:spcBef>
                <a:spcPts val="600"/>
              </a:spcBef>
              <a:spcAft>
                <a:spcPts val="0"/>
              </a:spcAft>
              <a:buSzPts val="2400"/>
              <a:buChar char="⬡"/>
            </a:pPr>
            <a:r>
              <a:rPr lang="en-US" sz="1400"/>
              <a:t>HTTP Request/Response Cycle</a:t>
            </a:r>
            <a:endParaRPr/>
          </a:p>
          <a:p>
            <a:pPr marL="342900" lvl="0" indent="-342900" algn="l" rtl="0">
              <a:lnSpc>
                <a:spcPct val="115000"/>
              </a:lnSpc>
              <a:spcBef>
                <a:spcPts val="600"/>
              </a:spcBef>
              <a:spcAft>
                <a:spcPts val="0"/>
              </a:spcAft>
              <a:buSzPts val="2400"/>
              <a:buChar char="⬡"/>
            </a:pPr>
            <a:r>
              <a:rPr lang="en-US" sz="1400"/>
              <a:t>REST API Web Services</a:t>
            </a:r>
            <a:endParaRPr/>
          </a:p>
          <a:p>
            <a:pPr marL="342900" lvl="0" indent="-342900" algn="l" rtl="0">
              <a:lnSpc>
                <a:spcPct val="115000"/>
              </a:lnSpc>
              <a:spcBef>
                <a:spcPts val="600"/>
              </a:spcBef>
              <a:spcAft>
                <a:spcPts val="0"/>
              </a:spcAft>
              <a:buSzPts val="2400"/>
              <a:buChar char="⬡"/>
            </a:pPr>
            <a:r>
              <a:rPr lang="en-US" sz="1400"/>
              <a:t>Work with JSON</a:t>
            </a:r>
            <a:endParaRPr/>
          </a:p>
          <a:p>
            <a:pPr marL="342900" lvl="0" indent="-342900" algn="l" rtl="0">
              <a:lnSpc>
                <a:spcPct val="115000"/>
              </a:lnSpc>
              <a:spcBef>
                <a:spcPts val="600"/>
              </a:spcBef>
              <a:spcAft>
                <a:spcPts val="0"/>
              </a:spcAft>
              <a:buSzPts val="2400"/>
              <a:buChar char="⬡"/>
            </a:pPr>
            <a:r>
              <a:rPr lang="en-US" sz="1400"/>
              <a:t>HTML</a:t>
            </a:r>
            <a:endParaRPr/>
          </a:p>
          <a:p>
            <a:pPr marL="342900" lvl="0" indent="-342900" algn="l" rtl="0">
              <a:lnSpc>
                <a:spcPct val="115000"/>
              </a:lnSpc>
              <a:spcBef>
                <a:spcPts val="600"/>
              </a:spcBef>
              <a:spcAft>
                <a:spcPts val="0"/>
              </a:spcAft>
              <a:buSzPts val="2400"/>
              <a:buChar char="⬡"/>
            </a:pPr>
            <a:r>
              <a:rPr lang="en-US" sz="1400" b="1" u="sng"/>
              <a:t>CSS</a:t>
            </a:r>
            <a:endParaRPr/>
          </a:p>
          <a:p>
            <a:pPr marL="342900" lvl="0" indent="-342900" algn="l" rtl="0">
              <a:lnSpc>
                <a:spcPct val="115000"/>
              </a:lnSpc>
              <a:spcBef>
                <a:spcPts val="600"/>
              </a:spcBef>
              <a:spcAft>
                <a:spcPts val="0"/>
              </a:spcAft>
              <a:buSzPts val="2400"/>
              <a:buChar char="⬡"/>
            </a:pPr>
            <a:r>
              <a:rPr lang="en-US" sz="1400"/>
              <a:t>Scrapping Concept</a:t>
            </a:r>
            <a:endParaRPr/>
          </a:p>
          <a:p>
            <a:pPr marL="342900" lvl="0" indent="-342900" algn="l" rtl="0">
              <a:lnSpc>
                <a:spcPct val="115000"/>
              </a:lnSpc>
              <a:spcBef>
                <a:spcPts val="600"/>
              </a:spcBef>
              <a:spcAft>
                <a:spcPts val="0"/>
              </a:spcAft>
              <a:buSzPts val="2400"/>
              <a:buChar char="⬡"/>
            </a:pPr>
            <a:r>
              <a:rPr lang="en-US" sz="1400">
                <a:latin typeface="Consolas"/>
                <a:ea typeface="Consolas"/>
                <a:cs typeface="Consolas"/>
                <a:sym typeface="Consolas"/>
              </a:rPr>
              <a:t>BeautifulSoap</a:t>
            </a:r>
            <a:r>
              <a:rPr lang="en-US" sz="1400"/>
              <a:t> Library</a:t>
            </a:r>
            <a:endParaRPr/>
          </a:p>
          <a:p>
            <a:pPr marL="342900" lvl="0" indent="-190500" algn="l" rtl="0">
              <a:lnSpc>
                <a:spcPct val="115000"/>
              </a:lnSpc>
              <a:spcBef>
                <a:spcPts val="600"/>
              </a:spcBef>
              <a:spcAft>
                <a:spcPts val="0"/>
              </a:spcAft>
              <a:buSzPts val="2400"/>
              <a:buNone/>
            </a:pPr>
            <a:endParaRPr sz="1400"/>
          </a:p>
          <a:p>
            <a:pPr marL="0" lvl="0" indent="0" algn="l" rtl="0">
              <a:lnSpc>
                <a:spcPct val="115000"/>
              </a:lnSpc>
              <a:spcBef>
                <a:spcPts val="600"/>
              </a:spcBef>
              <a:spcAft>
                <a:spcPts val="0"/>
              </a:spcAft>
              <a:buSzPts val="2400"/>
              <a:buNone/>
            </a:pP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42"/>
          <p:cNvSpPr txBox="1">
            <a:spLocks noGrp="1"/>
          </p:cNvSpPr>
          <p:nvPr>
            <p:ph type="title"/>
          </p:nvPr>
        </p:nvSpPr>
        <p:spPr>
          <a:xfrm>
            <a:off x="580550" y="205974"/>
            <a:ext cx="6957934" cy="931709"/>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SzPts val="3200"/>
              <a:buNone/>
            </a:pPr>
            <a:r>
              <a:rPr lang="en-US" sz="2800"/>
              <a:t>. _____________ is a language for creating Web pages.</a:t>
            </a:r>
            <a:endParaRPr/>
          </a:p>
        </p:txBody>
      </p:sp>
      <p:sp>
        <p:nvSpPr>
          <p:cNvPr id="365" name="Google Shape;365;p42"/>
          <p:cNvSpPr txBox="1">
            <a:spLocks noGrp="1"/>
          </p:cNvSpPr>
          <p:nvPr>
            <p:ph type="body" idx="1"/>
          </p:nvPr>
        </p:nvSpPr>
        <p:spPr>
          <a:xfrm>
            <a:off x="580550" y="1352550"/>
            <a:ext cx="6014400" cy="3161700"/>
          </a:xfrm>
          <a:prstGeom prst="rect">
            <a:avLst/>
          </a:prstGeom>
          <a:noFill/>
          <a:ln>
            <a:noFill/>
          </a:ln>
        </p:spPr>
        <p:txBody>
          <a:bodyPr spcFirstLastPara="1" wrap="square" lIns="0" tIns="0" rIns="0" bIns="0" anchor="t" anchorCtr="0">
            <a:noAutofit/>
          </a:bodyPr>
          <a:lstStyle/>
          <a:p>
            <a:pPr marL="457200" lvl="0" indent="-381000" algn="l" rtl="0">
              <a:lnSpc>
                <a:spcPct val="115000"/>
              </a:lnSpc>
              <a:spcBef>
                <a:spcPts val="600"/>
              </a:spcBef>
              <a:spcAft>
                <a:spcPts val="0"/>
              </a:spcAft>
              <a:buSzPts val="2400"/>
              <a:buChar char="⬡"/>
            </a:pPr>
            <a:r>
              <a:rPr lang="en-US"/>
              <a:t>HTTP</a:t>
            </a:r>
            <a:endParaRPr/>
          </a:p>
          <a:p>
            <a:pPr marL="457200" lvl="0" indent="-381000" algn="l" rtl="0">
              <a:lnSpc>
                <a:spcPct val="115000"/>
              </a:lnSpc>
              <a:spcBef>
                <a:spcPts val="600"/>
              </a:spcBef>
              <a:spcAft>
                <a:spcPts val="0"/>
              </a:spcAft>
              <a:buSzPts val="2400"/>
              <a:buChar char="⬡"/>
            </a:pPr>
            <a:r>
              <a:rPr lang="en-US"/>
              <a:t>HTML</a:t>
            </a:r>
            <a:endParaRPr/>
          </a:p>
          <a:p>
            <a:pPr marL="457200" lvl="0" indent="-381000" algn="l" rtl="0">
              <a:lnSpc>
                <a:spcPct val="115000"/>
              </a:lnSpc>
              <a:spcBef>
                <a:spcPts val="600"/>
              </a:spcBef>
              <a:spcAft>
                <a:spcPts val="0"/>
              </a:spcAft>
              <a:buSzPts val="2400"/>
              <a:buChar char="⬡"/>
            </a:pPr>
            <a:r>
              <a:rPr lang="en-US"/>
              <a:t>TTTP</a:t>
            </a:r>
            <a:endParaRPr/>
          </a:p>
          <a:p>
            <a:pPr marL="457200" lvl="0" indent="-381000" algn="l" rtl="0">
              <a:lnSpc>
                <a:spcPct val="115000"/>
              </a:lnSpc>
              <a:spcBef>
                <a:spcPts val="600"/>
              </a:spcBef>
              <a:spcAft>
                <a:spcPts val="0"/>
              </a:spcAft>
              <a:buSzPts val="2400"/>
              <a:buChar char="⬡"/>
            </a:pPr>
            <a:r>
              <a:rPr lang="en-US"/>
              <a:t>None of the above.</a:t>
            </a:r>
            <a:endParaRPr/>
          </a:p>
        </p:txBody>
      </p:sp>
      <p:sp>
        <p:nvSpPr>
          <p:cNvPr id="366" name="Google Shape;366;p42"/>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300"/>
              <a:buNone/>
            </a:pPr>
            <a:fld id="{00000000-1234-1234-1234-123412341234}" type="slidenum">
              <a:rPr lang="en-US"/>
              <a:t>42</a:t>
            </a:fld>
            <a:endParaRPr/>
          </a:p>
        </p:txBody>
      </p:sp>
      <p:pic>
        <p:nvPicPr>
          <p:cNvPr id="367" name="Google Shape;367;p42"/>
          <p:cNvPicPr preferRelativeResize="0"/>
          <p:nvPr/>
        </p:nvPicPr>
        <p:blipFill rotWithShape="1">
          <a:blip r:embed="rId3">
            <a:alphaModFix/>
          </a:blip>
          <a:srcRect/>
          <a:stretch/>
        </p:blipFill>
        <p:spPr>
          <a:xfrm>
            <a:off x="3462227" y="3714750"/>
            <a:ext cx="2219546" cy="5715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43"/>
          <p:cNvSpPr txBox="1">
            <a:spLocks noGrp="1"/>
          </p:cNvSpPr>
          <p:nvPr>
            <p:ph type="body" idx="1"/>
          </p:nvPr>
        </p:nvSpPr>
        <p:spPr>
          <a:xfrm>
            <a:off x="393056" y="308836"/>
            <a:ext cx="8258650" cy="1319073"/>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SzPts val="2400"/>
              <a:buNone/>
            </a:pPr>
            <a:r>
              <a:rPr lang="en-US" sz="3200"/>
              <a:t>CSS</a:t>
            </a:r>
            <a:endParaRPr sz="1400"/>
          </a:p>
          <a:p>
            <a:pPr marL="0" lvl="0" indent="0" algn="l" rtl="0">
              <a:lnSpc>
                <a:spcPct val="115000"/>
              </a:lnSpc>
              <a:spcBef>
                <a:spcPts val="600"/>
              </a:spcBef>
              <a:spcAft>
                <a:spcPts val="0"/>
              </a:spcAft>
              <a:buSzPts val="2400"/>
              <a:buNone/>
            </a:pPr>
            <a:r>
              <a:rPr lang="en-US" sz="2200"/>
              <a:t>Cascading Style Sheet</a:t>
            </a:r>
            <a:endParaRPr/>
          </a:p>
        </p:txBody>
      </p:sp>
      <p:pic>
        <p:nvPicPr>
          <p:cNvPr id="373" name="Google Shape;373;p43"/>
          <p:cNvPicPr preferRelativeResize="0"/>
          <p:nvPr/>
        </p:nvPicPr>
        <p:blipFill rotWithShape="1">
          <a:blip r:embed="rId3">
            <a:alphaModFix/>
          </a:blip>
          <a:srcRect/>
          <a:stretch/>
        </p:blipFill>
        <p:spPr>
          <a:xfrm>
            <a:off x="6477492" y="968372"/>
            <a:ext cx="1869382" cy="2635828"/>
          </a:xfrm>
          <a:prstGeom prst="rect">
            <a:avLst/>
          </a:prstGeom>
          <a:noFill/>
          <a:ln>
            <a:noFill/>
          </a:ln>
          <a:effectLst>
            <a:outerShdw blurRad="63500" sx="102000" sy="102000" algn="ctr" rotWithShape="0">
              <a:srgbClr val="000000">
                <a:alpha val="40000"/>
              </a:srgbClr>
            </a:outerShdw>
          </a:effectLst>
        </p:spPr>
      </p:pic>
      <p:sp>
        <p:nvSpPr>
          <p:cNvPr id="374" name="Google Shape;374;p43"/>
          <p:cNvSpPr txBox="1"/>
          <p:nvPr/>
        </p:nvSpPr>
        <p:spPr>
          <a:xfrm>
            <a:off x="393056" y="1547622"/>
            <a:ext cx="5939446"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chemeClr val="lt1"/>
                </a:solidFill>
                <a:latin typeface="Lexend Deca"/>
                <a:ea typeface="Lexend Deca"/>
                <a:cs typeface="Lexend Deca"/>
                <a:sym typeface="Lexend Deca"/>
              </a:rPr>
              <a:t>HTML alone is not enough to give us the colorful and beautiful</a:t>
            </a:r>
            <a:br>
              <a:rPr lang="en-US" sz="1400" b="0" i="0" u="none" strike="noStrike" cap="none">
                <a:solidFill>
                  <a:schemeClr val="lt1"/>
                </a:solidFill>
                <a:latin typeface="Lexend Deca"/>
                <a:ea typeface="Lexend Deca"/>
                <a:cs typeface="Lexend Deca"/>
                <a:sym typeface="Lexend Deca"/>
              </a:rPr>
            </a:br>
            <a:r>
              <a:rPr lang="en-US" sz="1400" b="0" i="0" u="none" strike="noStrike" cap="none">
                <a:solidFill>
                  <a:schemeClr val="lt1"/>
                </a:solidFill>
                <a:latin typeface="Lexend Deca"/>
                <a:ea typeface="Lexend Deca"/>
                <a:cs typeface="Lexend Deca"/>
                <a:sym typeface="Lexend Deca"/>
              </a:rPr>
              <a:t>websites we surf everyday, So CSS is responsible for styling HTML</a:t>
            </a:r>
            <a:endParaRPr/>
          </a:p>
          <a:p>
            <a:pPr marL="0" marR="0" lvl="0" indent="0" algn="l" rtl="0">
              <a:lnSpc>
                <a:spcPct val="100000"/>
              </a:lnSpc>
              <a:spcBef>
                <a:spcPts val="0"/>
              </a:spcBef>
              <a:spcAft>
                <a:spcPts val="0"/>
              </a:spcAft>
              <a:buNone/>
            </a:pPr>
            <a:r>
              <a:rPr lang="en-US" sz="1400" b="0" i="0" u="none" strike="noStrike" cap="none">
                <a:solidFill>
                  <a:schemeClr val="lt1"/>
                </a:solidFill>
                <a:latin typeface="Lexend Deca"/>
                <a:ea typeface="Lexend Deca"/>
                <a:cs typeface="Lexend Deca"/>
                <a:sym typeface="Lexend Deca"/>
              </a:rPr>
              <a:t>Documents by its own means of Styling</a:t>
            </a:r>
            <a:endParaRPr/>
          </a:p>
        </p:txBody>
      </p:sp>
      <p:pic>
        <p:nvPicPr>
          <p:cNvPr id="375" name="Google Shape;375;p43"/>
          <p:cNvPicPr preferRelativeResize="0"/>
          <p:nvPr/>
        </p:nvPicPr>
        <p:blipFill rotWithShape="1">
          <a:blip r:embed="rId4">
            <a:alphaModFix/>
          </a:blip>
          <a:srcRect l="3074" t="7555" r="2966" b="10675"/>
          <a:stretch/>
        </p:blipFill>
        <p:spPr>
          <a:xfrm>
            <a:off x="393056" y="2493819"/>
            <a:ext cx="5999324" cy="204354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44"/>
          <p:cNvSpPr txBox="1">
            <a:spLocks noGrp="1"/>
          </p:cNvSpPr>
          <p:nvPr>
            <p:ph type="body" idx="1"/>
          </p:nvPr>
        </p:nvSpPr>
        <p:spPr>
          <a:xfrm>
            <a:off x="393056" y="308836"/>
            <a:ext cx="8258650" cy="21495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SzPts val="2400"/>
              <a:buNone/>
            </a:pPr>
            <a:r>
              <a:rPr lang="en-US" sz="3200"/>
              <a:t>CSS</a:t>
            </a:r>
            <a:endParaRPr/>
          </a:p>
          <a:p>
            <a:pPr marL="0" lvl="0" indent="0" algn="l" rtl="0">
              <a:lnSpc>
                <a:spcPct val="115000"/>
              </a:lnSpc>
              <a:spcBef>
                <a:spcPts val="600"/>
              </a:spcBef>
              <a:spcAft>
                <a:spcPts val="0"/>
              </a:spcAft>
              <a:buSzPts val="2400"/>
              <a:buNone/>
            </a:pPr>
            <a:endParaRPr sz="1400"/>
          </a:p>
          <a:p>
            <a:pPr marL="0" lvl="0" indent="0" algn="l" rtl="0">
              <a:lnSpc>
                <a:spcPct val="115000"/>
              </a:lnSpc>
              <a:spcBef>
                <a:spcPts val="600"/>
              </a:spcBef>
              <a:spcAft>
                <a:spcPts val="0"/>
              </a:spcAft>
              <a:buSzPts val="2400"/>
              <a:buNone/>
            </a:pPr>
            <a:endParaRPr sz="1400"/>
          </a:p>
          <a:p>
            <a:pPr marL="342900" lvl="0" indent="-342900" algn="l" rtl="0">
              <a:lnSpc>
                <a:spcPct val="115000"/>
              </a:lnSpc>
              <a:spcBef>
                <a:spcPts val="600"/>
              </a:spcBef>
              <a:spcAft>
                <a:spcPts val="0"/>
              </a:spcAft>
              <a:buSzPts val="2400"/>
              <a:buChar char="⬡"/>
            </a:pPr>
            <a:r>
              <a:rPr lang="en-US" sz="1400"/>
              <a:t>Text &amp; Fonts</a:t>
            </a:r>
            <a:endParaRPr/>
          </a:p>
          <a:p>
            <a:pPr marL="342900" lvl="0" indent="-342900" algn="l" rtl="0">
              <a:lnSpc>
                <a:spcPct val="115000"/>
              </a:lnSpc>
              <a:spcBef>
                <a:spcPts val="600"/>
              </a:spcBef>
              <a:spcAft>
                <a:spcPts val="0"/>
              </a:spcAft>
              <a:buSzPts val="2400"/>
              <a:buChar char="⬡"/>
            </a:pPr>
            <a:r>
              <a:rPr lang="en-US" sz="1400"/>
              <a:t>Colors</a:t>
            </a:r>
            <a:endParaRPr/>
          </a:p>
          <a:p>
            <a:pPr marL="342900" lvl="0" indent="-342900" algn="l" rtl="0">
              <a:lnSpc>
                <a:spcPct val="115000"/>
              </a:lnSpc>
              <a:spcBef>
                <a:spcPts val="600"/>
              </a:spcBef>
              <a:spcAft>
                <a:spcPts val="0"/>
              </a:spcAft>
              <a:buSzPts val="2400"/>
              <a:buChar char="⬡"/>
            </a:pPr>
            <a:r>
              <a:rPr lang="en-US" sz="1400"/>
              <a:t>Backgrounds</a:t>
            </a:r>
            <a:endParaRPr/>
          </a:p>
          <a:p>
            <a:pPr marL="342900" lvl="0" indent="-342900" algn="l" rtl="0">
              <a:lnSpc>
                <a:spcPct val="115000"/>
              </a:lnSpc>
              <a:spcBef>
                <a:spcPts val="600"/>
              </a:spcBef>
              <a:spcAft>
                <a:spcPts val="0"/>
              </a:spcAft>
              <a:buSzPts val="2400"/>
              <a:buChar char="⬡"/>
            </a:pPr>
            <a:r>
              <a:rPr lang="en-US" sz="1400"/>
              <a:t>Borders</a:t>
            </a:r>
            <a:endParaRPr/>
          </a:p>
          <a:p>
            <a:pPr marL="342900" lvl="0" indent="-342900" algn="l" rtl="0">
              <a:lnSpc>
                <a:spcPct val="115000"/>
              </a:lnSpc>
              <a:spcBef>
                <a:spcPts val="600"/>
              </a:spcBef>
              <a:spcAft>
                <a:spcPts val="0"/>
              </a:spcAft>
              <a:buSzPts val="2400"/>
              <a:buChar char="⬡"/>
            </a:pPr>
            <a:r>
              <a:rPr lang="en-US" sz="1400"/>
              <a:t>Margin &amp; Padding</a:t>
            </a:r>
            <a:endParaRPr/>
          </a:p>
          <a:p>
            <a:pPr marL="342900" lvl="0" indent="-342900" algn="l" rtl="0">
              <a:lnSpc>
                <a:spcPct val="115000"/>
              </a:lnSpc>
              <a:spcBef>
                <a:spcPts val="600"/>
              </a:spcBef>
              <a:spcAft>
                <a:spcPts val="0"/>
              </a:spcAft>
              <a:buSzPts val="2400"/>
              <a:buChar char="⬡"/>
            </a:pPr>
            <a:r>
              <a:rPr lang="en-US" sz="1400"/>
              <a:t>Width &amp; Height</a:t>
            </a:r>
            <a:endParaRPr/>
          </a:p>
          <a:p>
            <a:pPr marL="342900" lvl="0" indent="-342900" algn="l" rtl="0">
              <a:lnSpc>
                <a:spcPct val="115000"/>
              </a:lnSpc>
              <a:spcBef>
                <a:spcPts val="600"/>
              </a:spcBef>
              <a:spcAft>
                <a:spcPts val="0"/>
              </a:spcAft>
              <a:buSzPts val="2400"/>
              <a:buChar char="⬡"/>
            </a:pPr>
            <a:r>
              <a:rPr lang="en-US" sz="1400"/>
              <a:t>Gradient</a:t>
            </a:r>
            <a:endParaRPr/>
          </a:p>
          <a:p>
            <a:pPr marL="342900" lvl="0" indent="-342900" algn="l" rtl="0">
              <a:lnSpc>
                <a:spcPct val="115000"/>
              </a:lnSpc>
              <a:spcBef>
                <a:spcPts val="600"/>
              </a:spcBef>
              <a:spcAft>
                <a:spcPts val="0"/>
              </a:spcAft>
              <a:buSzPts val="2400"/>
              <a:buChar char="⬡"/>
            </a:pPr>
            <a:r>
              <a:rPr lang="en-US" sz="1400"/>
              <a:t>Shadows</a:t>
            </a:r>
            <a:endParaRPr/>
          </a:p>
          <a:p>
            <a:pPr marL="342900" lvl="0" indent="-342900" algn="l" rtl="0">
              <a:lnSpc>
                <a:spcPct val="115000"/>
              </a:lnSpc>
              <a:spcBef>
                <a:spcPts val="600"/>
              </a:spcBef>
              <a:spcAft>
                <a:spcPts val="0"/>
              </a:spcAft>
              <a:buSzPts val="2400"/>
              <a:buChar char="⬡"/>
            </a:pPr>
            <a:r>
              <a:rPr lang="en-US" sz="1400"/>
              <a:t>…</a:t>
            </a: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pic>
        <p:nvPicPr>
          <p:cNvPr id="385" name="Google Shape;385;p45"/>
          <p:cNvPicPr preferRelativeResize="0"/>
          <p:nvPr/>
        </p:nvPicPr>
        <p:blipFill rotWithShape="1">
          <a:blip r:embed="rId3">
            <a:alphaModFix/>
          </a:blip>
          <a:srcRect/>
          <a:stretch/>
        </p:blipFill>
        <p:spPr>
          <a:xfrm>
            <a:off x="-69270" y="118111"/>
            <a:ext cx="5212856" cy="5507817"/>
          </a:xfrm>
          <a:prstGeom prst="rect">
            <a:avLst/>
          </a:prstGeom>
          <a:noFill/>
          <a:ln>
            <a:noFill/>
          </a:ln>
        </p:spPr>
      </p:pic>
      <p:sp>
        <p:nvSpPr>
          <p:cNvPr id="386" name="Google Shape;386;p45"/>
          <p:cNvSpPr txBox="1">
            <a:spLocks noGrp="1"/>
          </p:cNvSpPr>
          <p:nvPr>
            <p:ph type="ctrTitle"/>
          </p:nvPr>
        </p:nvSpPr>
        <p:spPr>
          <a:xfrm>
            <a:off x="310115" y="311618"/>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Classes and ID</a:t>
            </a:r>
            <a:endParaRPr/>
          </a:p>
        </p:txBody>
      </p:sp>
      <p:pic>
        <p:nvPicPr>
          <p:cNvPr id="387" name="Google Shape;387;p45"/>
          <p:cNvPicPr preferRelativeResize="0"/>
          <p:nvPr/>
        </p:nvPicPr>
        <p:blipFill rotWithShape="1">
          <a:blip r:embed="rId4">
            <a:alphaModFix/>
          </a:blip>
          <a:srcRect/>
          <a:stretch/>
        </p:blipFill>
        <p:spPr>
          <a:xfrm>
            <a:off x="5722705" y="2045304"/>
            <a:ext cx="2219340" cy="1159800"/>
          </a:xfrm>
          <a:prstGeom prst="rect">
            <a:avLst/>
          </a:prstGeom>
          <a:noFill/>
          <a:ln>
            <a:noFill/>
          </a:ln>
        </p:spPr>
      </p:pic>
      <p:pic>
        <p:nvPicPr>
          <p:cNvPr id="388" name="Google Shape;388;p45"/>
          <p:cNvPicPr preferRelativeResize="0"/>
          <p:nvPr/>
        </p:nvPicPr>
        <p:blipFill rotWithShape="1">
          <a:blip r:embed="rId5">
            <a:alphaModFix/>
          </a:blip>
          <a:srcRect/>
          <a:stretch/>
        </p:blipFill>
        <p:spPr>
          <a:xfrm>
            <a:off x="5790680" y="2449022"/>
            <a:ext cx="145275" cy="423000"/>
          </a:xfrm>
          <a:prstGeom prst="rect">
            <a:avLst/>
          </a:prstGeom>
          <a:noFill/>
          <a:ln>
            <a:noFill/>
          </a:ln>
        </p:spPr>
      </p:pic>
      <p:pic>
        <p:nvPicPr>
          <p:cNvPr id="389" name="Google Shape;389;p45"/>
          <p:cNvPicPr preferRelativeResize="0"/>
          <p:nvPr/>
        </p:nvPicPr>
        <p:blipFill rotWithShape="1">
          <a:blip r:embed="rId6">
            <a:alphaModFix/>
          </a:blip>
          <a:srcRect/>
          <a:stretch/>
        </p:blipFill>
        <p:spPr>
          <a:xfrm>
            <a:off x="6336726" y="1237502"/>
            <a:ext cx="1032700" cy="1209125"/>
          </a:xfrm>
          <a:prstGeom prst="rect">
            <a:avLst/>
          </a:prstGeom>
          <a:noFill/>
          <a:ln>
            <a:noFill/>
          </a:ln>
        </p:spPr>
      </p:pic>
      <p:pic>
        <p:nvPicPr>
          <p:cNvPr id="390" name="Google Shape;390;p45"/>
          <p:cNvPicPr preferRelativeResize="0"/>
          <p:nvPr/>
        </p:nvPicPr>
        <p:blipFill rotWithShape="1">
          <a:blip r:embed="rId7">
            <a:alphaModFix/>
          </a:blip>
          <a:srcRect/>
          <a:stretch/>
        </p:blipFill>
        <p:spPr>
          <a:xfrm>
            <a:off x="3025269" y="307004"/>
            <a:ext cx="6498040" cy="513003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pic>
        <p:nvPicPr>
          <p:cNvPr id="395" name="Google Shape;395;p46"/>
          <p:cNvPicPr preferRelativeResize="0"/>
          <p:nvPr/>
        </p:nvPicPr>
        <p:blipFill rotWithShape="1">
          <a:blip r:embed="rId3">
            <a:alphaModFix/>
          </a:blip>
          <a:srcRect/>
          <a:stretch/>
        </p:blipFill>
        <p:spPr>
          <a:xfrm>
            <a:off x="5722705" y="2045304"/>
            <a:ext cx="2219340" cy="1159800"/>
          </a:xfrm>
          <a:prstGeom prst="rect">
            <a:avLst/>
          </a:prstGeom>
          <a:noFill/>
          <a:ln>
            <a:noFill/>
          </a:ln>
        </p:spPr>
      </p:pic>
      <p:pic>
        <p:nvPicPr>
          <p:cNvPr id="396" name="Google Shape;396;p46"/>
          <p:cNvPicPr preferRelativeResize="0"/>
          <p:nvPr/>
        </p:nvPicPr>
        <p:blipFill rotWithShape="1">
          <a:blip r:embed="rId4">
            <a:alphaModFix/>
          </a:blip>
          <a:srcRect/>
          <a:stretch/>
        </p:blipFill>
        <p:spPr>
          <a:xfrm>
            <a:off x="5394968" y="441122"/>
            <a:ext cx="2763982" cy="2763982"/>
          </a:xfrm>
          <a:prstGeom prst="rect">
            <a:avLst/>
          </a:prstGeom>
          <a:noFill/>
          <a:ln>
            <a:noFill/>
          </a:ln>
        </p:spPr>
      </p:pic>
      <p:sp>
        <p:nvSpPr>
          <p:cNvPr id="397" name="Google Shape;397;p46"/>
          <p:cNvSpPr/>
          <p:nvPr/>
        </p:nvSpPr>
        <p:spPr>
          <a:xfrm>
            <a:off x="297873" y="289634"/>
            <a:ext cx="4572000" cy="1289007"/>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3200" b="0" i="0" u="none" strike="noStrike" cap="none">
                <a:solidFill>
                  <a:srgbClr val="FFFFFF"/>
                </a:solidFill>
                <a:latin typeface="Arial"/>
                <a:ea typeface="Arial"/>
                <a:cs typeface="Arial"/>
                <a:sym typeface="Arial"/>
              </a:rPr>
              <a:t>Check Also</a:t>
            </a:r>
            <a:endParaRPr/>
          </a:p>
          <a:p>
            <a:pPr marL="0" marR="0" lvl="0" indent="0" algn="l" rtl="0">
              <a:lnSpc>
                <a:spcPct val="115000"/>
              </a:lnSpc>
              <a:spcBef>
                <a:spcPts val="600"/>
              </a:spcBef>
              <a:spcAft>
                <a:spcPts val="0"/>
              </a:spcAft>
              <a:buNone/>
            </a:pPr>
            <a:endParaRPr sz="1400" b="0" i="0" u="none" strike="noStrike" cap="none">
              <a:solidFill>
                <a:srgbClr val="FFFFFF"/>
              </a:solidFill>
              <a:latin typeface="Arial"/>
              <a:ea typeface="Arial"/>
              <a:cs typeface="Arial"/>
              <a:sym typeface="Arial"/>
            </a:endParaRPr>
          </a:p>
          <a:p>
            <a:pPr marL="0" marR="0" lvl="0" indent="0" algn="l" rtl="0">
              <a:lnSpc>
                <a:spcPct val="115000"/>
              </a:lnSpc>
              <a:spcBef>
                <a:spcPts val="600"/>
              </a:spcBef>
              <a:spcAft>
                <a:spcPts val="0"/>
              </a:spcAft>
              <a:buNone/>
            </a:pPr>
            <a:endParaRPr sz="1400" b="0" i="0" u="none" strike="noStrike" cap="none">
              <a:solidFill>
                <a:srgbClr val="FFFFFF"/>
              </a:solidFill>
              <a:latin typeface="Arial"/>
              <a:ea typeface="Arial"/>
              <a:cs typeface="Arial"/>
              <a:sym typeface="Arial"/>
            </a:endParaRPr>
          </a:p>
        </p:txBody>
      </p:sp>
      <p:sp>
        <p:nvSpPr>
          <p:cNvPr id="398" name="Google Shape;398;p46"/>
          <p:cNvSpPr/>
          <p:nvPr/>
        </p:nvSpPr>
        <p:spPr>
          <a:xfrm>
            <a:off x="785138" y="1194246"/>
            <a:ext cx="4572000" cy="3199146"/>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endParaRPr sz="1400" b="0" i="0" u="none" strike="noStrike" cap="none">
              <a:solidFill>
                <a:srgbClr val="FFFFFF"/>
              </a:solidFill>
              <a:latin typeface="Arial"/>
              <a:ea typeface="Arial"/>
              <a:cs typeface="Arial"/>
              <a:sym typeface="Arial"/>
            </a:endParaRPr>
          </a:p>
          <a:p>
            <a:pPr marL="342900" marR="0" lvl="0" indent="-342900" algn="l" rtl="0">
              <a:lnSpc>
                <a:spcPct val="115000"/>
              </a:lnSpc>
              <a:spcBef>
                <a:spcPts val="600"/>
              </a:spcBef>
              <a:spcAft>
                <a:spcPts val="0"/>
              </a:spcAft>
              <a:buClr>
                <a:srgbClr val="A458FF"/>
              </a:buClr>
              <a:buSzPts val="2400"/>
              <a:buFont typeface="Arial"/>
              <a:buChar char="⬡"/>
            </a:pPr>
            <a:r>
              <a:rPr lang="en-US" sz="1600" b="0" i="0" u="none" strike="noStrike" cap="none">
                <a:solidFill>
                  <a:srgbClr val="FFFFFF"/>
                </a:solidFill>
                <a:latin typeface="Arial"/>
                <a:ea typeface="Arial"/>
                <a:cs typeface="Arial"/>
                <a:sym typeface="Arial"/>
              </a:rPr>
              <a:t>JavaScript</a:t>
            </a:r>
            <a:endParaRPr/>
          </a:p>
          <a:p>
            <a:pPr marL="342900" marR="0" lvl="0" indent="-342900" algn="l" rtl="0">
              <a:lnSpc>
                <a:spcPct val="115000"/>
              </a:lnSpc>
              <a:spcBef>
                <a:spcPts val="600"/>
              </a:spcBef>
              <a:spcAft>
                <a:spcPts val="0"/>
              </a:spcAft>
              <a:buClr>
                <a:srgbClr val="A458FF"/>
              </a:buClr>
              <a:buSzPts val="2400"/>
              <a:buFont typeface="Arial"/>
              <a:buChar char="⬡"/>
            </a:pPr>
            <a:r>
              <a:rPr lang="en-US" sz="1600" b="0" i="0" u="none" strike="noStrike" cap="none">
                <a:solidFill>
                  <a:srgbClr val="FFFFFF"/>
                </a:solidFill>
                <a:latin typeface="Arial"/>
                <a:ea typeface="Arial"/>
                <a:cs typeface="Arial"/>
                <a:sym typeface="Arial"/>
              </a:rPr>
              <a:t>React &amp; Angular</a:t>
            </a:r>
            <a:endParaRPr/>
          </a:p>
          <a:p>
            <a:pPr marL="342900" marR="0" lvl="0" indent="-342900" algn="l" rtl="0">
              <a:lnSpc>
                <a:spcPct val="115000"/>
              </a:lnSpc>
              <a:spcBef>
                <a:spcPts val="600"/>
              </a:spcBef>
              <a:spcAft>
                <a:spcPts val="0"/>
              </a:spcAft>
              <a:buClr>
                <a:srgbClr val="A458FF"/>
              </a:buClr>
              <a:buSzPts val="2400"/>
              <a:buFont typeface="Arial"/>
              <a:buChar char="⬡"/>
            </a:pPr>
            <a:r>
              <a:rPr lang="en-US" sz="1600" b="0" i="0" u="none" strike="noStrike" cap="none">
                <a:solidFill>
                  <a:srgbClr val="FFFFFF"/>
                </a:solidFill>
                <a:latin typeface="Arial"/>
                <a:ea typeface="Arial"/>
                <a:cs typeface="Arial"/>
                <a:sym typeface="Arial"/>
              </a:rPr>
              <a:t>Ajax</a:t>
            </a:r>
            <a:endParaRPr/>
          </a:p>
          <a:p>
            <a:pPr marL="342900" marR="0" lvl="0" indent="-342900" algn="l" rtl="0">
              <a:lnSpc>
                <a:spcPct val="115000"/>
              </a:lnSpc>
              <a:spcBef>
                <a:spcPts val="600"/>
              </a:spcBef>
              <a:spcAft>
                <a:spcPts val="0"/>
              </a:spcAft>
              <a:buClr>
                <a:srgbClr val="A458FF"/>
              </a:buClr>
              <a:buSzPts val="2400"/>
              <a:buFont typeface="Arial"/>
              <a:buChar char="⬡"/>
            </a:pPr>
            <a:r>
              <a:rPr lang="en-US" sz="1600" b="0" i="0" u="none" strike="noStrike" cap="none">
                <a:solidFill>
                  <a:srgbClr val="FFFFFF"/>
                </a:solidFill>
                <a:latin typeface="Arial"/>
                <a:ea typeface="Arial"/>
                <a:cs typeface="Arial"/>
                <a:sym typeface="Arial"/>
              </a:rPr>
              <a:t>Web Sockets</a:t>
            </a:r>
            <a:endParaRPr/>
          </a:p>
          <a:p>
            <a:pPr marL="342900" marR="0" lvl="0" indent="-342900" algn="l" rtl="0">
              <a:lnSpc>
                <a:spcPct val="115000"/>
              </a:lnSpc>
              <a:spcBef>
                <a:spcPts val="600"/>
              </a:spcBef>
              <a:spcAft>
                <a:spcPts val="0"/>
              </a:spcAft>
              <a:buClr>
                <a:srgbClr val="A458FF"/>
              </a:buClr>
              <a:buSzPts val="2400"/>
              <a:buFont typeface="Arial"/>
              <a:buChar char="⬡"/>
            </a:pPr>
            <a:r>
              <a:rPr lang="en-US" sz="1600" b="0" i="0" u="none" strike="noStrike" cap="none">
                <a:solidFill>
                  <a:srgbClr val="FFFFFF"/>
                </a:solidFill>
                <a:latin typeface="Arial"/>
                <a:ea typeface="Arial"/>
                <a:cs typeface="Arial"/>
                <a:sym typeface="Arial"/>
              </a:rPr>
              <a:t>PHP: Laravel</a:t>
            </a:r>
            <a:endParaRPr/>
          </a:p>
          <a:p>
            <a:pPr marL="342900" marR="0" lvl="0" indent="-342900" algn="l" rtl="0">
              <a:lnSpc>
                <a:spcPct val="115000"/>
              </a:lnSpc>
              <a:spcBef>
                <a:spcPts val="600"/>
              </a:spcBef>
              <a:spcAft>
                <a:spcPts val="0"/>
              </a:spcAft>
              <a:buClr>
                <a:srgbClr val="A458FF"/>
              </a:buClr>
              <a:buSzPts val="2400"/>
              <a:buFont typeface="Arial"/>
              <a:buChar char="⬡"/>
            </a:pPr>
            <a:r>
              <a:rPr lang="en-US" sz="1600" b="0" i="0" u="none" strike="noStrike" cap="none">
                <a:solidFill>
                  <a:srgbClr val="FFFFFF"/>
                </a:solidFill>
                <a:latin typeface="Arial"/>
                <a:ea typeface="Arial"/>
                <a:cs typeface="Arial"/>
                <a:sym typeface="Arial"/>
              </a:rPr>
              <a:t>Python: Flask, Django</a:t>
            </a:r>
            <a:endParaRPr/>
          </a:p>
          <a:p>
            <a:pPr marL="342900" marR="0" lvl="0" indent="-342900" algn="l" rtl="0">
              <a:lnSpc>
                <a:spcPct val="115000"/>
              </a:lnSpc>
              <a:spcBef>
                <a:spcPts val="600"/>
              </a:spcBef>
              <a:spcAft>
                <a:spcPts val="0"/>
              </a:spcAft>
              <a:buClr>
                <a:srgbClr val="A458FF"/>
              </a:buClr>
              <a:buSzPts val="2400"/>
              <a:buFont typeface="Arial"/>
              <a:buChar char="⬡"/>
            </a:pPr>
            <a:r>
              <a:rPr lang="en-US" sz="1600" b="0" i="0" u="none" strike="noStrike" cap="none">
                <a:solidFill>
                  <a:srgbClr val="FFFFFF"/>
                </a:solidFill>
                <a:latin typeface="Arial"/>
                <a:ea typeface="Arial"/>
                <a:cs typeface="Arial"/>
                <a:sym typeface="Arial"/>
              </a:rPr>
              <a:t>JavaScript: Node.js</a:t>
            </a:r>
            <a:endParaRPr/>
          </a:p>
          <a:p>
            <a:pPr marL="342900" marR="0" lvl="0" indent="-342900" algn="l" rtl="0">
              <a:lnSpc>
                <a:spcPct val="115000"/>
              </a:lnSpc>
              <a:spcBef>
                <a:spcPts val="600"/>
              </a:spcBef>
              <a:spcAft>
                <a:spcPts val="0"/>
              </a:spcAft>
              <a:buClr>
                <a:srgbClr val="A458FF"/>
              </a:buClr>
              <a:buSzPts val="2400"/>
              <a:buFont typeface="Arial"/>
              <a:buChar char="⬡"/>
            </a:pPr>
            <a:r>
              <a:rPr lang="en-US" sz="1600" b="0" i="0" u="none" strike="noStrike" cap="none">
                <a:solidFill>
                  <a:srgbClr val="FFFFFF"/>
                </a:solidFill>
                <a:latin typeface="Arial"/>
                <a:ea typeface="Arial"/>
                <a:cs typeface="Arial"/>
                <a:sym typeface="Arial"/>
              </a:rPr>
              <a:t>…</a:t>
            </a: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47"/>
          <p:cNvSpPr txBox="1">
            <a:spLocks noGrp="1"/>
          </p:cNvSpPr>
          <p:nvPr>
            <p:ph type="title"/>
          </p:nvPr>
        </p:nvSpPr>
        <p:spPr>
          <a:xfrm>
            <a:off x="580550" y="205975"/>
            <a:ext cx="6014400" cy="85740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SzPts val="3200"/>
              <a:buNone/>
            </a:pPr>
            <a:r>
              <a:rPr lang="en-US"/>
              <a:t>For what CSS is used for:</a:t>
            </a:r>
            <a:endParaRPr/>
          </a:p>
        </p:txBody>
      </p:sp>
      <p:sp>
        <p:nvSpPr>
          <p:cNvPr id="404" name="Google Shape;404;p47"/>
          <p:cNvSpPr txBox="1">
            <a:spLocks noGrp="1"/>
          </p:cNvSpPr>
          <p:nvPr>
            <p:ph type="body" idx="1"/>
          </p:nvPr>
        </p:nvSpPr>
        <p:spPr>
          <a:xfrm>
            <a:off x="580550" y="1352550"/>
            <a:ext cx="6014400" cy="3161700"/>
          </a:xfrm>
          <a:prstGeom prst="rect">
            <a:avLst/>
          </a:prstGeom>
          <a:noFill/>
          <a:ln>
            <a:noFill/>
          </a:ln>
        </p:spPr>
        <p:txBody>
          <a:bodyPr spcFirstLastPara="1" wrap="square" lIns="0" tIns="0" rIns="0" bIns="0" anchor="t" anchorCtr="0">
            <a:noAutofit/>
          </a:bodyPr>
          <a:lstStyle/>
          <a:p>
            <a:pPr marL="457200" lvl="0" indent="-381000" algn="l" rtl="0">
              <a:lnSpc>
                <a:spcPct val="115000"/>
              </a:lnSpc>
              <a:spcBef>
                <a:spcPts val="600"/>
              </a:spcBef>
              <a:spcAft>
                <a:spcPts val="0"/>
              </a:spcAft>
              <a:buSzPts val="2400"/>
              <a:buChar char="⬡"/>
            </a:pPr>
            <a:r>
              <a:rPr lang="en-US"/>
              <a:t>Styling</a:t>
            </a:r>
            <a:endParaRPr/>
          </a:p>
          <a:p>
            <a:pPr marL="457200" lvl="0" indent="-381000" algn="l" rtl="0">
              <a:lnSpc>
                <a:spcPct val="115000"/>
              </a:lnSpc>
              <a:spcBef>
                <a:spcPts val="600"/>
              </a:spcBef>
              <a:spcAft>
                <a:spcPts val="0"/>
              </a:spcAft>
              <a:buSzPts val="2400"/>
              <a:buChar char="⬡"/>
            </a:pPr>
            <a:r>
              <a:rPr lang="en-US"/>
              <a:t>Building web pages structure</a:t>
            </a:r>
            <a:endParaRPr/>
          </a:p>
          <a:p>
            <a:pPr marL="457200" lvl="0" indent="-381000" algn="l" rtl="0">
              <a:lnSpc>
                <a:spcPct val="115000"/>
              </a:lnSpc>
              <a:spcBef>
                <a:spcPts val="600"/>
              </a:spcBef>
              <a:spcAft>
                <a:spcPts val="0"/>
              </a:spcAft>
              <a:buSzPts val="2400"/>
              <a:buChar char="⬡"/>
            </a:pPr>
            <a:r>
              <a:rPr lang="en-US"/>
              <a:t>Making pages dynamic</a:t>
            </a:r>
            <a:endParaRPr/>
          </a:p>
          <a:p>
            <a:pPr marL="457200" lvl="0" indent="-381000" algn="l" rtl="0">
              <a:lnSpc>
                <a:spcPct val="115000"/>
              </a:lnSpc>
              <a:spcBef>
                <a:spcPts val="600"/>
              </a:spcBef>
              <a:spcAft>
                <a:spcPts val="0"/>
              </a:spcAft>
              <a:buSzPts val="2400"/>
              <a:buChar char="⬡"/>
            </a:pPr>
            <a:r>
              <a:rPr lang="en-US"/>
              <a:t>Building functions</a:t>
            </a:r>
            <a:endParaRPr/>
          </a:p>
        </p:txBody>
      </p:sp>
      <p:sp>
        <p:nvSpPr>
          <p:cNvPr id="405" name="Google Shape;405;p47"/>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300"/>
              <a:buNone/>
            </a:pPr>
            <a:fld id="{00000000-1234-1234-1234-123412341234}" type="slidenum">
              <a:rPr lang="en-US"/>
              <a:t>47</a:t>
            </a:fld>
            <a:endParaRPr/>
          </a:p>
        </p:txBody>
      </p:sp>
      <p:pic>
        <p:nvPicPr>
          <p:cNvPr id="406" name="Google Shape;406;p47"/>
          <p:cNvPicPr preferRelativeResize="0"/>
          <p:nvPr/>
        </p:nvPicPr>
        <p:blipFill rotWithShape="1">
          <a:blip r:embed="rId3">
            <a:alphaModFix/>
          </a:blip>
          <a:srcRect/>
          <a:stretch/>
        </p:blipFill>
        <p:spPr>
          <a:xfrm>
            <a:off x="3462227" y="3714750"/>
            <a:ext cx="2219546" cy="5715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48"/>
          <p:cNvSpPr txBox="1">
            <a:spLocks noGrp="1"/>
          </p:cNvSpPr>
          <p:nvPr>
            <p:ph type="body" idx="1"/>
          </p:nvPr>
        </p:nvSpPr>
        <p:spPr>
          <a:xfrm>
            <a:off x="393056" y="308836"/>
            <a:ext cx="8258650" cy="21495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SzPts val="2400"/>
              <a:buNone/>
            </a:pPr>
            <a:r>
              <a:rPr lang="en-US" sz="3200"/>
              <a:t>Agenda</a:t>
            </a:r>
            <a:endParaRPr/>
          </a:p>
          <a:p>
            <a:pPr marL="0" lvl="0" indent="0" algn="l" rtl="0">
              <a:lnSpc>
                <a:spcPct val="115000"/>
              </a:lnSpc>
              <a:spcBef>
                <a:spcPts val="600"/>
              </a:spcBef>
              <a:spcAft>
                <a:spcPts val="0"/>
              </a:spcAft>
              <a:buSzPts val="2400"/>
              <a:buNone/>
            </a:pPr>
            <a:endParaRPr sz="1400"/>
          </a:p>
          <a:p>
            <a:pPr marL="342900" lvl="0" indent="-342900" algn="l" rtl="0">
              <a:lnSpc>
                <a:spcPct val="115000"/>
              </a:lnSpc>
              <a:spcBef>
                <a:spcPts val="600"/>
              </a:spcBef>
              <a:spcAft>
                <a:spcPts val="0"/>
              </a:spcAft>
              <a:buSzPts val="2400"/>
              <a:buChar char="⬡"/>
            </a:pPr>
            <a:r>
              <a:rPr lang="en-US" sz="1400"/>
              <a:t>What is Internet and Web Servers</a:t>
            </a:r>
            <a:endParaRPr/>
          </a:p>
          <a:p>
            <a:pPr marL="342900" lvl="0" indent="-342900" algn="l" rtl="0">
              <a:lnSpc>
                <a:spcPct val="115000"/>
              </a:lnSpc>
              <a:spcBef>
                <a:spcPts val="600"/>
              </a:spcBef>
              <a:spcAft>
                <a:spcPts val="0"/>
              </a:spcAft>
              <a:buSzPts val="2400"/>
              <a:buChar char="⬡"/>
            </a:pPr>
            <a:r>
              <a:rPr lang="en-US" sz="1400"/>
              <a:t>HTTP Request/Response Cycle</a:t>
            </a:r>
            <a:endParaRPr/>
          </a:p>
          <a:p>
            <a:pPr marL="342900" lvl="0" indent="-342900" algn="l" rtl="0">
              <a:lnSpc>
                <a:spcPct val="115000"/>
              </a:lnSpc>
              <a:spcBef>
                <a:spcPts val="600"/>
              </a:spcBef>
              <a:spcAft>
                <a:spcPts val="0"/>
              </a:spcAft>
              <a:buSzPts val="2400"/>
              <a:buChar char="⬡"/>
            </a:pPr>
            <a:r>
              <a:rPr lang="en-US" sz="1400"/>
              <a:t>REST API Web Services</a:t>
            </a:r>
            <a:endParaRPr/>
          </a:p>
          <a:p>
            <a:pPr marL="342900" lvl="0" indent="-342900" algn="l" rtl="0">
              <a:lnSpc>
                <a:spcPct val="115000"/>
              </a:lnSpc>
              <a:spcBef>
                <a:spcPts val="600"/>
              </a:spcBef>
              <a:spcAft>
                <a:spcPts val="0"/>
              </a:spcAft>
              <a:buSzPts val="2400"/>
              <a:buChar char="⬡"/>
            </a:pPr>
            <a:r>
              <a:rPr lang="en-US" sz="1400"/>
              <a:t>Work with JSON</a:t>
            </a:r>
            <a:endParaRPr/>
          </a:p>
          <a:p>
            <a:pPr marL="342900" lvl="0" indent="-342900" algn="l" rtl="0">
              <a:lnSpc>
                <a:spcPct val="115000"/>
              </a:lnSpc>
              <a:spcBef>
                <a:spcPts val="600"/>
              </a:spcBef>
              <a:spcAft>
                <a:spcPts val="0"/>
              </a:spcAft>
              <a:buSzPts val="2400"/>
              <a:buChar char="⬡"/>
            </a:pPr>
            <a:r>
              <a:rPr lang="en-US" sz="1400"/>
              <a:t>HTML</a:t>
            </a:r>
            <a:endParaRPr/>
          </a:p>
          <a:p>
            <a:pPr marL="342900" lvl="0" indent="-342900" algn="l" rtl="0">
              <a:lnSpc>
                <a:spcPct val="115000"/>
              </a:lnSpc>
              <a:spcBef>
                <a:spcPts val="600"/>
              </a:spcBef>
              <a:spcAft>
                <a:spcPts val="0"/>
              </a:spcAft>
              <a:buSzPts val="2400"/>
              <a:buChar char="⬡"/>
            </a:pPr>
            <a:r>
              <a:rPr lang="en-US" sz="1400"/>
              <a:t>CSS</a:t>
            </a:r>
            <a:endParaRPr/>
          </a:p>
          <a:p>
            <a:pPr marL="342900" lvl="0" indent="-342900" algn="l" rtl="0">
              <a:lnSpc>
                <a:spcPct val="115000"/>
              </a:lnSpc>
              <a:spcBef>
                <a:spcPts val="600"/>
              </a:spcBef>
              <a:spcAft>
                <a:spcPts val="0"/>
              </a:spcAft>
              <a:buSzPts val="2400"/>
              <a:buChar char="⬡"/>
            </a:pPr>
            <a:r>
              <a:rPr lang="en-US" sz="1400" b="1" u="sng"/>
              <a:t>Scrapping Concept</a:t>
            </a:r>
            <a:endParaRPr/>
          </a:p>
          <a:p>
            <a:pPr marL="342900" lvl="0" indent="-342900" algn="l" rtl="0">
              <a:lnSpc>
                <a:spcPct val="115000"/>
              </a:lnSpc>
              <a:spcBef>
                <a:spcPts val="600"/>
              </a:spcBef>
              <a:spcAft>
                <a:spcPts val="0"/>
              </a:spcAft>
              <a:buSzPts val="2400"/>
              <a:buChar char="⬡"/>
            </a:pPr>
            <a:r>
              <a:rPr lang="en-US" sz="1400">
                <a:latin typeface="Consolas"/>
                <a:ea typeface="Consolas"/>
                <a:cs typeface="Consolas"/>
                <a:sym typeface="Consolas"/>
              </a:rPr>
              <a:t>BeautifulSoap</a:t>
            </a:r>
            <a:r>
              <a:rPr lang="en-US" sz="1400"/>
              <a:t> Library</a:t>
            </a:r>
            <a:endParaRPr/>
          </a:p>
          <a:p>
            <a:pPr marL="342900" lvl="0" indent="-190500" algn="l" rtl="0">
              <a:lnSpc>
                <a:spcPct val="115000"/>
              </a:lnSpc>
              <a:spcBef>
                <a:spcPts val="600"/>
              </a:spcBef>
              <a:spcAft>
                <a:spcPts val="0"/>
              </a:spcAft>
              <a:buSzPts val="2400"/>
              <a:buNone/>
            </a:pPr>
            <a:endParaRPr sz="1400"/>
          </a:p>
          <a:p>
            <a:pPr marL="0" lvl="0" indent="0" algn="l" rtl="0">
              <a:lnSpc>
                <a:spcPct val="115000"/>
              </a:lnSpc>
              <a:spcBef>
                <a:spcPts val="600"/>
              </a:spcBef>
              <a:spcAft>
                <a:spcPts val="0"/>
              </a:spcAft>
              <a:buSzPts val="2400"/>
              <a:buNone/>
            </a:pP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49"/>
          <p:cNvSpPr txBox="1">
            <a:spLocks noGrp="1"/>
          </p:cNvSpPr>
          <p:nvPr>
            <p:ph type="ctrTitle"/>
          </p:nvPr>
        </p:nvSpPr>
        <p:spPr>
          <a:xfrm>
            <a:off x="310115" y="311618"/>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Scrapping Concept</a:t>
            </a:r>
            <a:endParaRPr/>
          </a:p>
        </p:txBody>
      </p:sp>
      <p:pic>
        <p:nvPicPr>
          <p:cNvPr id="417" name="Google Shape;417;p49"/>
          <p:cNvPicPr preferRelativeResize="0"/>
          <p:nvPr/>
        </p:nvPicPr>
        <p:blipFill rotWithShape="1">
          <a:blip r:embed="rId3">
            <a:alphaModFix/>
          </a:blip>
          <a:srcRect/>
          <a:stretch/>
        </p:blipFill>
        <p:spPr>
          <a:xfrm>
            <a:off x="5722705" y="2045304"/>
            <a:ext cx="2219340" cy="1159800"/>
          </a:xfrm>
          <a:prstGeom prst="rect">
            <a:avLst/>
          </a:prstGeom>
          <a:noFill/>
          <a:ln>
            <a:noFill/>
          </a:ln>
        </p:spPr>
      </p:pic>
      <p:pic>
        <p:nvPicPr>
          <p:cNvPr id="418" name="Google Shape;418;p49"/>
          <p:cNvPicPr preferRelativeResize="0"/>
          <p:nvPr/>
        </p:nvPicPr>
        <p:blipFill rotWithShape="1">
          <a:blip r:embed="rId4">
            <a:alphaModFix/>
          </a:blip>
          <a:srcRect/>
          <a:stretch/>
        </p:blipFill>
        <p:spPr>
          <a:xfrm>
            <a:off x="5790680" y="2449022"/>
            <a:ext cx="145275" cy="423000"/>
          </a:xfrm>
          <a:prstGeom prst="rect">
            <a:avLst/>
          </a:prstGeom>
          <a:noFill/>
          <a:ln>
            <a:noFill/>
          </a:ln>
        </p:spPr>
      </p:pic>
      <p:pic>
        <p:nvPicPr>
          <p:cNvPr id="419" name="Google Shape;419;p49"/>
          <p:cNvPicPr preferRelativeResize="0"/>
          <p:nvPr/>
        </p:nvPicPr>
        <p:blipFill rotWithShape="1">
          <a:blip r:embed="rId5">
            <a:alphaModFix/>
          </a:blip>
          <a:srcRect/>
          <a:stretch/>
        </p:blipFill>
        <p:spPr>
          <a:xfrm>
            <a:off x="6336726" y="1237502"/>
            <a:ext cx="1032700" cy="1209125"/>
          </a:xfrm>
          <a:prstGeom prst="rect">
            <a:avLst/>
          </a:prstGeom>
          <a:noFill/>
          <a:ln>
            <a:noFill/>
          </a:ln>
        </p:spPr>
      </p:pic>
      <p:pic>
        <p:nvPicPr>
          <p:cNvPr id="420" name="Google Shape;420;p49"/>
          <p:cNvPicPr preferRelativeResize="0"/>
          <p:nvPr/>
        </p:nvPicPr>
        <p:blipFill rotWithShape="1">
          <a:blip r:embed="rId6">
            <a:alphaModFix/>
          </a:blip>
          <a:srcRect/>
          <a:stretch/>
        </p:blipFill>
        <p:spPr>
          <a:xfrm>
            <a:off x="3353321" y="1506008"/>
            <a:ext cx="5776106" cy="1377842"/>
          </a:xfrm>
          <a:prstGeom prst="rect">
            <a:avLst/>
          </a:prstGeom>
          <a:noFill/>
          <a:ln>
            <a:noFill/>
          </a:ln>
        </p:spPr>
      </p:pic>
      <p:pic>
        <p:nvPicPr>
          <p:cNvPr id="421" name="Google Shape;421;p49"/>
          <p:cNvPicPr preferRelativeResize="0"/>
          <p:nvPr/>
        </p:nvPicPr>
        <p:blipFill rotWithShape="1">
          <a:blip r:embed="rId7">
            <a:alphaModFix/>
          </a:blip>
          <a:srcRect/>
          <a:stretch/>
        </p:blipFill>
        <p:spPr>
          <a:xfrm>
            <a:off x="5500576" y="673466"/>
            <a:ext cx="2135570" cy="1898284"/>
          </a:xfrm>
          <a:prstGeom prst="rect">
            <a:avLst/>
          </a:prstGeom>
          <a:noFill/>
          <a:ln>
            <a:noFill/>
          </a:ln>
        </p:spPr>
      </p:pic>
      <p:sp>
        <p:nvSpPr>
          <p:cNvPr id="422" name="Google Shape;422;p49"/>
          <p:cNvSpPr txBox="1"/>
          <p:nvPr/>
        </p:nvSpPr>
        <p:spPr>
          <a:xfrm>
            <a:off x="117764" y="1364673"/>
            <a:ext cx="3303532" cy="24622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chemeClr val="lt1"/>
                </a:solidFill>
                <a:latin typeface="Lexend Deca"/>
                <a:ea typeface="Lexend Deca"/>
                <a:cs typeface="Lexend Deca"/>
                <a:sym typeface="Lexend Deca"/>
              </a:rPr>
              <a:t>So, what if we are not able to get the data by either getting it collected or through APIs ?!!</a:t>
            </a:r>
            <a:endParaRPr/>
          </a:p>
          <a:p>
            <a:pPr marL="0" marR="0" lvl="0" indent="0" algn="l" rtl="0">
              <a:lnSpc>
                <a:spcPct val="100000"/>
              </a:lnSpc>
              <a:spcBef>
                <a:spcPts val="0"/>
              </a:spcBef>
              <a:spcAft>
                <a:spcPts val="0"/>
              </a:spcAft>
              <a:buNone/>
            </a:pPr>
            <a:endParaRPr sz="1400" b="0" i="0" u="none" strike="noStrike" cap="none">
              <a:solidFill>
                <a:schemeClr val="lt1"/>
              </a:solidFill>
              <a:latin typeface="Lexend Deca"/>
              <a:ea typeface="Lexend Deca"/>
              <a:cs typeface="Lexend Deca"/>
              <a:sym typeface="Lexend Deca"/>
            </a:endParaRPr>
          </a:p>
          <a:p>
            <a:pPr marL="0" marR="0" lvl="0" indent="0" algn="l" rtl="0">
              <a:lnSpc>
                <a:spcPct val="100000"/>
              </a:lnSpc>
              <a:spcBef>
                <a:spcPts val="0"/>
              </a:spcBef>
              <a:spcAft>
                <a:spcPts val="0"/>
              </a:spcAft>
              <a:buNone/>
            </a:pPr>
            <a:r>
              <a:rPr lang="en-US" sz="1400" b="0" i="0" u="none" strike="noStrike" cap="none">
                <a:solidFill>
                  <a:schemeClr val="lt1"/>
                </a:solidFill>
                <a:latin typeface="Lexend Deca"/>
                <a:ea typeface="Lexend Deca"/>
                <a:cs typeface="Lexend Deca"/>
                <a:sym typeface="Lexend Deca"/>
              </a:rPr>
              <a:t>We somehow do something called </a:t>
            </a:r>
            <a:r>
              <a:rPr lang="en-US" sz="1400" b="0" i="0" u="sng" strike="noStrike" cap="none">
                <a:solidFill>
                  <a:schemeClr val="lt1"/>
                </a:solidFill>
                <a:latin typeface="Lexend Deca"/>
                <a:ea typeface="Lexend Deca"/>
                <a:cs typeface="Lexend Deca"/>
                <a:sym typeface="Lexend Deca"/>
              </a:rPr>
              <a:t>Web Scrapping</a:t>
            </a:r>
            <a:endParaRPr/>
          </a:p>
          <a:p>
            <a:pPr marL="0" marR="0" lvl="0" indent="0" algn="l" rtl="0">
              <a:lnSpc>
                <a:spcPct val="100000"/>
              </a:lnSpc>
              <a:spcBef>
                <a:spcPts val="0"/>
              </a:spcBef>
              <a:spcAft>
                <a:spcPts val="0"/>
              </a:spcAft>
              <a:buNone/>
            </a:pPr>
            <a:endParaRPr sz="1400" b="0" i="0" u="sng" strike="noStrike" cap="none">
              <a:solidFill>
                <a:schemeClr val="lt1"/>
              </a:solidFill>
              <a:latin typeface="Lexend Deca"/>
              <a:ea typeface="Lexend Deca"/>
              <a:cs typeface="Lexend Deca"/>
              <a:sym typeface="Lexend Deca"/>
            </a:endParaRPr>
          </a:p>
          <a:p>
            <a:pPr marL="0" marR="0" lvl="0" indent="0" algn="l" rtl="0">
              <a:lnSpc>
                <a:spcPct val="100000"/>
              </a:lnSpc>
              <a:spcBef>
                <a:spcPts val="0"/>
              </a:spcBef>
              <a:spcAft>
                <a:spcPts val="0"/>
              </a:spcAft>
              <a:buNone/>
            </a:pPr>
            <a:r>
              <a:rPr lang="en-US" sz="1400" b="0" i="0" u="none" strike="noStrike" cap="none">
                <a:solidFill>
                  <a:schemeClr val="lt1"/>
                </a:solidFill>
                <a:latin typeface="Lexend Deca"/>
                <a:ea typeface="Lexend Deca"/>
                <a:cs typeface="Lexend Deca"/>
                <a:sym typeface="Lexend Deca"/>
              </a:rPr>
              <a:t>YES, We scrape the content of the website by some means of scrapping tools to get the data needed</a:t>
            </a: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50"/>
          <p:cNvSpPr txBox="1">
            <a:spLocks noGrp="1"/>
          </p:cNvSpPr>
          <p:nvPr>
            <p:ph type="ctrTitle"/>
          </p:nvPr>
        </p:nvSpPr>
        <p:spPr>
          <a:xfrm>
            <a:off x="310115" y="311618"/>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Scrapping Concept</a:t>
            </a:r>
            <a:endParaRPr/>
          </a:p>
        </p:txBody>
      </p:sp>
      <p:pic>
        <p:nvPicPr>
          <p:cNvPr id="428" name="Google Shape;428;p50"/>
          <p:cNvPicPr preferRelativeResize="0"/>
          <p:nvPr/>
        </p:nvPicPr>
        <p:blipFill rotWithShape="1">
          <a:blip r:embed="rId3">
            <a:alphaModFix/>
          </a:blip>
          <a:srcRect/>
          <a:stretch/>
        </p:blipFill>
        <p:spPr>
          <a:xfrm>
            <a:off x="5722705" y="2045304"/>
            <a:ext cx="2219340" cy="1159800"/>
          </a:xfrm>
          <a:prstGeom prst="rect">
            <a:avLst/>
          </a:prstGeom>
          <a:noFill/>
          <a:ln>
            <a:noFill/>
          </a:ln>
        </p:spPr>
      </p:pic>
      <p:pic>
        <p:nvPicPr>
          <p:cNvPr id="429" name="Google Shape;429;p50"/>
          <p:cNvPicPr preferRelativeResize="0"/>
          <p:nvPr/>
        </p:nvPicPr>
        <p:blipFill rotWithShape="1">
          <a:blip r:embed="rId4">
            <a:alphaModFix/>
          </a:blip>
          <a:srcRect/>
          <a:stretch/>
        </p:blipFill>
        <p:spPr>
          <a:xfrm>
            <a:off x="5790680" y="2449022"/>
            <a:ext cx="145275" cy="423000"/>
          </a:xfrm>
          <a:prstGeom prst="rect">
            <a:avLst/>
          </a:prstGeom>
          <a:noFill/>
          <a:ln>
            <a:noFill/>
          </a:ln>
        </p:spPr>
      </p:pic>
      <p:pic>
        <p:nvPicPr>
          <p:cNvPr id="430" name="Google Shape;430;p50"/>
          <p:cNvPicPr preferRelativeResize="0"/>
          <p:nvPr/>
        </p:nvPicPr>
        <p:blipFill rotWithShape="1">
          <a:blip r:embed="rId5">
            <a:alphaModFix/>
          </a:blip>
          <a:srcRect/>
          <a:stretch/>
        </p:blipFill>
        <p:spPr>
          <a:xfrm>
            <a:off x="6336726" y="1237502"/>
            <a:ext cx="1032700" cy="1209125"/>
          </a:xfrm>
          <a:prstGeom prst="rect">
            <a:avLst/>
          </a:prstGeom>
          <a:noFill/>
          <a:ln>
            <a:noFill/>
          </a:ln>
        </p:spPr>
      </p:pic>
      <p:pic>
        <p:nvPicPr>
          <p:cNvPr id="431" name="Google Shape;431;p50"/>
          <p:cNvPicPr preferRelativeResize="0"/>
          <p:nvPr/>
        </p:nvPicPr>
        <p:blipFill rotWithShape="1">
          <a:blip r:embed="rId6">
            <a:alphaModFix/>
          </a:blip>
          <a:srcRect/>
          <a:stretch/>
        </p:blipFill>
        <p:spPr>
          <a:xfrm>
            <a:off x="3736676" y="997367"/>
            <a:ext cx="5355956" cy="3860147"/>
          </a:xfrm>
          <a:prstGeom prst="rect">
            <a:avLst/>
          </a:prstGeom>
          <a:noFill/>
          <a:ln>
            <a:noFill/>
          </a:ln>
        </p:spPr>
      </p:pic>
      <p:sp>
        <p:nvSpPr>
          <p:cNvPr id="432" name="Google Shape;432;p50"/>
          <p:cNvSpPr txBox="1"/>
          <p:nvPr/>
        </p:nvSpPr>
        <p:spPr>
          <a:xfrm>
            <a:off x="214744" y="1087581"/>
            <a:ext cx="3521931" cy="2893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chemeClr val="lt1"/>
                </a:solidFill>
                <a:latin typeface="Lexend Deca"/>
                <a:ea typeface="Lexend Deca"/>
                <a:cs typeface="Lexend Deca"/>
                <a:sym typeface="Lexend Deca"/>
              </a:rPr>
              <a:t>So how the process is done ?!!</a:t>
            </a:r>
            <a:br>
              <a:rPr lang="en-US" sz="1400" b="0" i="0" u="none" strike="noStrike" cap="none">
                <a:solidFill>
                  <a:schemeClr val="lt1"/>
                </a:solidFill>
                <a:latin typeface="Lexend Deca"/>
                <a:ea typeface="Lexend Deca"/>
                <a:cs typeface="Lexend Deca"/>
                <a:sym typeface="Lexend Deca"/>
              </a:rPr>
            </a:br>
            <a:br>
              <a:rPr lang="en-US" sz="1400" b="0" i="0" u="none" strike="noStrike" cap="none">
                <a:solidFill>
                  <a:schemeClr val="lt1"/>
                </a:solidFill>
                <a:latin typeface="Lexend Deca"/>
                <a:ea typeface="Lexend Deca"/>
                <a:cs typeface="Lexend Deca"/>
                <a:sym typeface="Lexend Deca"/>
              </a:rPr>
            </a:br>
            <a:r>
              <a:rPr lang="en-US" sz="1400" b="0" i="0" u="none" strike="noStrike" cap="none">
                <a:solidFill>
                  <a:schemeClr val="lt1"/>
                </a:solidFill>
                <a:latin typeface="Lexend Deca"/>
                <a:ea typeface="Lexend Deca"/>
                <a:cs typeface="Lexend Deca"/>
                <a:sym typeface="Lexend Deca"/>
              </a:rPr>
              <a:t>We use a tool for scrapping then we target a website.</a:t>
            </a:r>
            <a:endParaRPr/>
          </a:p>
          <a:p>
            <a:pPr marL="0" marR="0" lvl="0" indent="0" algn="l" rtl="0">
              <a:lnSpc>
                <a:spcPct val="100000"/>
              </a:lnSpc>
              <a:spcBef>
                <a:spcPts val="0"/>
              </a:spcBef>
              <a:spcAft>
                <a:spcPts val="0"/>
              </a:spcAft>
              <a:buNone/>
            </a:pPr>
            <a:endParaRPr sz="1400" b="0" i="0" u="none" strike="noStrike" cap="none">
              <a:solidFill>
                <a:schemeClr val="lt1"/>
              </a:solidFill>
              <a:latin typeface="Lexend Deca"/>
              <a:ea typeface="Lexend Deca"/>
              <a:cs typeface="Lexend Deca"/>
              <a:sym typeface="Lexend Deca"/>
            </a:endParaRPr>
          </a:p>
          <a:p>
            <a:pPr marL="0" marR="0" lvl="0" indent="0" algn="l" rtl="0">
              <a:lnSpc>
                <a:spcPct val="100000"/>
              </a:lnSpc>
              <a:spcBef>
                <a:spcPts val="0"/>
              </a:spcBef>
              <a:spcAft>
                <a:spcPts val="0"/>
              </a:spcAft>
              <a:buNone/>
            </a:pPr>
            <a:r>
              <a:rPr lang="en-US" sz="1400" b="0" i="0" u="none" strike="noStrike" cap="none">
                <a:solidFill>
                  <a:schemeClr val="lt1"/>
                </a:solidFill>
                <a:latin typeface="Lexend Deca"/>
                <a:ea typeface="Lexend Deca"/>
                <a:cs typeface="Lexend Deca"/>
                <a:sym typeface="Lexend Deca"/>
              </a:rPr>
              <a:t> But first we do some investigation to the HTML tags used in that site and do some search to get the target data and where they’re positioned inside the HTML tags.</a:t>
            </a:r>
            <a:endParaRPr/>
          </a:p>
          <a:p>
            <a:pPr marL="0" marR="0" lvl="0" indent="0" algn="l" rtl="0">
              <a:lnSpc>
                <a:spcPct val="100000"/>
              </a:lnSpc>
              <a:spcBef>
                <a:spcPts val="0"/>
              </a:spcBef>
              <a:spcAft>
                <a:spcPts val="0"/>
              </a:spcAft>
              <a:buNone/>
            </a:pPr>
            <a:endParaRPr sz="1400" b="0" i="0" u="none" strike="noStrike" cap="none">
              <a:solidFill>
                <a:schemeClr val="lt1"/>
              </a:solidFill>
              <a:latin typeface="Lexend Deca"/>
              <a:ea typeface="Lexend Deca"/>
              <a:cs typeface="Lexend Deca"/>
              <a:sym typeface="Lexend Deca"/>
            </a:endParaRPr>
          </a:p>
          <a:p>
            <a:pPr marL="0" marR="0" lvl="0" indent="0" algn="l" rtl="0">
              <a:lnSpc>
                <a:spcPct val="100000"/>
              </a:lnSpc>
              <a:spcBef>
                <a:spcPts val="0"/>
              </a:spcBef>
              <a:spcAft>
                <a:spcPts val="0"/>
              </a:spcAft>
              <a:buNone/>
            </a:pPr>
            <a:r>
              <a:rPr lang="en-US" sz="1400" b="0" i="0" u="none" strike="noStrike" cap="none">
                <a:solidFill>
                  <a:schemeClr val="lt1"/>
                </a:solidFill>
                <a:latin typeface="Lexend Deca"/>
                <a:ea typeface="Lexend Deca"/>
                <a:cs typeface="Lexend Deca"/>
                <a:sym typeface="Lexend Deca"/>
              </a:rPr>
              <a:t>Then we extract that data by some professional means and THAT’S IT</a:t>
            </a: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51"/>
          <p:cNvSpPr txBox="1">
            <a:spLocks noGrp="1"/>
          </p:cNvSpPr>
          <p:nvPr>
            <p:ph type="ctrTitle"/>
          </p:nvPr>
        </p:nvSpPr>
        <p:spPr>
          <a:xfrm>
            <a:off x="310115" y="311618"/>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Scrapping Concept</a:t>
            </a:r>
            <a:endParaRPr/>
          </a:p>
        </p:txBody>
      </p:sp>
      <p:pic>
        <p:nvPicPr>
          <p:cNvPr id="438" name="Google Shape;438;p51"/>
          <p:cNvPicPr preferRelativeResize="0"/>
          <p:nvPr/>
        </p:nvPicPr>
        <p:blipFill rotWithShape="1">
          <a:blip r:embed="rId3">
            <a:alphaModFix/>
          </a:blip>
          <a:srcRect/>
          <a:stretch/>
        </p:blipFill>
        <p:spPr>
          <a:xfrm>
            <a:off x="5722705" y="2045304"/>
            <a:ext cx="2219340" cy="1159800"/>
          </a:xfrm>
          <a:prstGeom prst="rect">
            <a:avLst/>
          </a:prstGeom>
          <a:noFill/>
          <a:ln>
            <a:noFill/>
          </a:ln>
        </p:spPr>
      </p:pic>
      <p:pic>
        <p:nvPicPr>
          <p:cNvPr id="439" name="Google Shape;439;p51"/>
          <p:cNvPicPr preferRelativeResize="0"/>
          <p:nvPr/>
        </p:nvPicPr>
        <p:blipFill rotWithShape="1">
          <a:blip r:embed="rId4">
            <a:alphaModFix/>
          </a:blip>
          <a:srcRect/>
          <a:stretch/>
        </p:blipFill>
        <p:spPr>
          <a:xfrm>
            <a:off x="5790680" y="2449022"/>
            <a:ext cx="145275" cy="423000"/>
          </a:xfrm>
          <a:prstGeom prst="rect">
            <a:avLst/>
          </a:prstGeom>
          <a:noFill/>
          <a:ln>
            <a:noFill/>
          </a:ln>
        </p:spPr>
      </p:pic>
      <p:pic>
        <p:nvPicPr>
          <p:cNvPr id="440" name="Google Shape;440;p51"/>
          <p:cNvPicPr preferRelativeResize="0"/>
          <p:nvPr/>
        </p:nvPicPr>
        <p:blipFill rotWithShape="1">
          <a:blip r:embed="rId5">
            <a:alphaModFix/>
          </a:blip>
          <a:srcRect/>
          <a:stretch/>
        </p:blipFill>
        <p:spPr>
          <a:xfrm>
            <a:off x="6336726" y="1237502"/>
            <a:ext cx="1032700" cy="1209125"/>
          </a:xfrm>
          <a:prstGeom prst="rect">
            <a:avLst/>
          </a:prstGeom>
          <a:noFill/>
          <a:ln>
            <a:noFill/>
          </a:ln>
        </p:spPr>
      </p:pic>
      <p:pic>
        <p:nvPicPr>
          <p:cNvPr id="441" name="Google Shape;441;p51"/>
          <p:cNvPicPr preferRelativeResize="0"/>
          <p:nvPr/>
        </p:nvPicPr>
        <p:blipFill rotWithShape="1">
          <a:blip r:embed="rId6">
            <a:alphaModFix/>
          </a:blip>
          <a:srcRect/>
          <a:stretch/>
        </p:blipFill>
        <p:spPr>
          <a:xfrm>
            <a:off x="1446818" y="942276"/>
            <a:ext cx="6250364" cy="381924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52"/>
          <p:cNvSpPr txBox="1">
            <a:spLocks noGrp="1"/>
          </p:cNvSpPr>
          <p:nvPr>
            <p:ph type="title"/>
          </p:nvPr>
        </p:nvSpPr>
        <p:spPr>
          <a:xfrm>
            <a:off x="580550" y="205975"/>
            <a:ext cx="6014400" cy="85740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SzPts val="3200"/>
              <a:buNone/>
            </a:pPr>
            <a:r>
              <a:rPr lang="en-US"/>
              <a:t>Consider when scrapping :</a:t>
            </a:r>
            <a:endParaRPr/>
          </a:p>
        </p:txBody>
      </p:sp>
      <p:sp>
        <p:nvSpPr>
          <p:cNvPr id="447" name="Google Shape;447;p52"/>
          <p:cNvSpPr txBox="1">
            <a:spLocks noGrp="1"/>
          </p:cNvSpPr>
          <p:nvPr>
            <p:ph type="body" idx="1"/>
          </p:nvPr>
        </p:nvSpPr>
        <p:spPr>
          <a:xfrm>
            <a:off x="484856" y="1341917"/>
            <a:ext cx="4778259" cy="2751617"/>
          </a:xfrm>
          <a:prstGeom prst="rect">
            <a:avLst/>
          </a:prstGeom>
          <a:noFill/>
          <a:ln>
            <a:noFill/>
          </a:ln>
        </p:spPr>
        <p:txBody>
          <a:bodyPr spcFirstLastPara="1" wrap="square" lIns="0" tIns="0" rIns="0" bIns="0" anchor="t" anchorCtr="0">
            <a:noAutofit/>
          </a:bodyPr>
          <a:lstStyle/>
          <a:p>
            <a:pPr marL="457200" lvl="0" indent="-381000" algn="l" rtl="0">
              <a:lnSpc>
                <a:spcPct val="115000"/>
              </a:lnSpc>
              <a:spcBef>
                <a:spcPts val="600"/>
              </a:spcBef>
              <a:spcAft>
                <a:spcPts val="0"/>
              </a:spcAft>
              <a:buSzPts val="2400"/>
              <a:buChar char="⬡"/>
            </a:pPr>
            <a:r>
              <a:rPr lang="en-US"/>
              <a:t>Types of data:</a:t>
            </a:r>
            <a:endParaRPr/>
          </a:p>
          <a:p>
            <a:pPr marL="914400" lvl="1" indent="-381000" algn="l" rtl="0">
              <a:lnSpc>
                <a:spcPct val="115000"/>
              </a:lnSpc>
              <a:spcBef>
                <a:spcPts val="0"/>
              </a:spcBef>
              <a:spcAft>
                <a:spcPts val="0"/>
              </a:spcAft>
              <a:buSzPts val="2400"/>
              <a:buChar char="∙"/>
            </a:pPr>
            <a:r>
              <a:rPr lang="en-US"/>
              <a:t>Public data: perfectly legal.</a:t>
            </a:r>
            <a:endParaRPr/>
          </a:p>
          <a:p>
            <a:pPr marL="914400" lvl="1" indent="-381000" algn="l" rtl="0">
              <a:lnSpc>
                <a:spcPct val="115000"/>
              </a:lnSpc>
              <a:spcBef>
                <a:spcPts val="0"/>
              </a:spcBef>
              <a:spcAft>
                <a:spcPts val="0"/>
              </a:spcAft>
              <a:buSzPts val="2400"/>
              <a:buChar char="∙"/>
            </a:pPr>
            <a:r>
              <a:rPr lang="en-US"/>
              <a:t>Private or personal data</a:t>
            </a:r>
            <a:endParaRPr/>
          </a:p>
          <a:p>
            <a:pPr marL="914400" lvl="1" indent="-381000" algn="l" rtl="0">
              <a:lnSpc>
                <a:spcPct val="115000"/>
              </a:lnSpc>
              <a:spcBef>
                <a:spcPts val="0"/>
              </a:spcBef>
              <a:spcAft>
                <a:spcPts val="0"/>
              </a:spcAft>
              <a:buSzPts val="2400"/>
              <a:buChar char="∙"/>
            </a:pPr>
            <a:r>
              <a:rPr lang="en-US"/>
              <a:t>Copyrighted data</a:t>
            </a:r>
            <a:endParaRPr/>
          </a:p>
          <a:p>
            <a:pPr marL="457200" lvl="0" indent="-381000" algn="l" rtl="0">
              <a:lnSpc>
                <a:spcPct val="115000"/>
              </a:lnSpc>
              <a:spcBef>
                <a:spcPts val="600"/>
              </a:spcBef>
              <a:spcAft>
                <a:spcPts val="0"/>
              </a:spcAft>
              <a:buSzPts val="2400"/>
              <a:buChar char="⬡"/>
            </a:pPr>
            <a:r>
              <a:rPr lang="en-US"/>
              <a:t>Website Terms of Service (ToS)</a:t>
            </a:r>
            <a:endParaRPr/>
          </a:p>
          <a:p>
            <a:pPr marL="457200" lvl="0" indent="-228600" algn="l" rtl="0">
              <a:lnSpc>
                <a:spcPct val="115000"/>
              </a:lnSpc>
              <a:spcBef>
                <a:spcPts val="600"/>
              </a:spcBef>
              <a:spcAft>
                <a:spcPts val="0"/>
              </a:spcAft>
              <a:buSzPts val="2400"/>
              <a:buNone/>
            </a:pPr>
            <a:endParaRPr/>
          </a:p>
        </p:txBody>
      </p:sp>
      <p:sp>
        <p:nvSpPr>
          <p:cNvPr id="448" name="Google Shape;448;p52"/>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300"/>
              <a:buNone/>
            </a:pPr>
            <a:fld id="{00000000-1234-1234-1234-123412341234}" type="slidenum">
              <a:rPr lang="en-US"/>
              <a:t>52</a:t>
            </a:fld>
            <a:endParaRPr/>
          </a:p>
        </p:txBody>
      </p:sp>
      <p:pic>
        <p:nvPicPr>
          <p:cNvPr id="449" name="Google Shape;449;p52" descr="A picture containing diagram&#10;&#10;Description automatically generated"/>
          <p:cNvPicPr preferRelativeResize="0"/>
          <p:nvPr/>
        </p:nvPicPr>
        <p:blipFill rotWithShape="1">
          <a:blip r:embed="rId3">
            <a:alphaModFix/>
          </a:blip>
          <a:srcRect/>
          <a:stretch/>
        </p:blipFill>
        <p:spPr>
          <a:xfrm>
            <a:off x="5440234" y="1457325"/>
            <a:ext cx="3314700" cy="24860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53"/>
          <p:cNvSpPr txBox="1">
            <a:spLocks noGrp="1"/>
          </p:cNvSpPr>
          <p:nvPr>
            <p:ph type="title"/>
          </p:nvPr>
        </p:nvSpPr>
        <p:spPr>
          <a:xfrm>
            <a:off x="580550" y="342457"/>
            <a:ext cx="7361972" cy="1010093"/>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SzPts val="3200"/>
              <a:buNone/>
            </a:pPr>
            <a:br>
              <a:rPr lang="en-US" sz="2400"/>
            </a:br>
            <a:br>
              <a:rPr lang="en-US" sz="2400"/>
            </a:br>
            <a:br>
              <a:rPr lang="en-US" sz="2400"/>
            </a:br>
            <a:br>
              <a:rPr lang="en-US" sz="2400"/>
            </a:br>
            <a:r>
              <a:rPr lang="en-US" sz="2400"/>
              <a:t>What protocol can be used to retrieve web pages using python?</a:t>
            </a:r>
            <a:br>
              <a:rPr lang="en-US" sz="2400"/>
            </a:br>
            <a:endParaRPr sz="2400"/>
          </a:p>
        </p:txBody>
      </p:sp>
      <p:sp>
        <p:nvSpPr>
          <p:cNvPr id="455" name="Google Shape;455;p53"/>
          <p:cNvSpPr txBox="1">
            <a:spLocks noGrp="1"/>
          </p:cNvSpPr>
          <p:nvPr>
            <p:ph type="body" idx="1"/>
          </p:nvPr>
        </p:nvSpPr>
        <p:spPr>
          <a:xfrm>
            <a:off x="580550" y="1352550"/>
            <a:ext cx="6014400" cy="3161700"/>
          </a:xfrm>
          <a:prstGeom prst="rect">
            <a:avLst/>
          </a:prstGeom>
          <a:noFill/>
          <a:ln>
            <a:noFill/>
          </a:ln>
        </p:spPr>
        <p:txBody>
          <a:bodyPr spcFirstLastPara="1" wrap="square" lIns="0" tIns="0" rIns="0" bIns="0" anchor="t" anchorCtr="0">
            <a:noAutofit/>
          </a:bodyPr>
          <a:lstStyle/>
          <a:p>
            <a:pPr marL="457200" lvl="0" indent="-381000" algn="l" rtl="0">
              <a:lnSpc>
                <a:spcPct val="115000"/>
              </a:lnSpc>
              <a:spcBef>
                <a:spcPts val="600"/>
              </a:spcBef>
              <a:spcAft>
                <a:spcPts val="0"/>
              </a:spcAft>
              <a:buSzPts val="2400"/>
              <a:buChar char="⬡"/>
            </a:pPr>
            <a:r>
              <a:rPr lang="en-US"/>
              <a:t>A. urllib</a:t>
            </a:r>
            <a:endParaRPr/>
          </a:p>
          <a:p>
            <a:pPr marL="457200" lvl="0" indent="-381000" algn="l" rtl="0">
              <a:lnSpc>
                <a:spcPct val="115000"/>
              </a:lnSpc>
              <a:spcBef>
                <a:spcPts val="600"/>
              </a:spcBef>
              <a:spcAft>
                <a:spcPts val="0"/>
              </a:spcAft>
              <a:buSzPts val="2400"/>
              <a:buChar char="⬡"/>
            </a:pPr>
            <a:r>
              <a:rPr lang="en-US"/>
              <a:t>B. bs4</a:t>
            </a:r>
            <a:endParaRPr/>
          </a:p>
          <a:p>
            <a:pPr marL="457200" lvl="0" indent="-381000" algn="l" rtl="0">
              <a:lnSpc>
                <a:spcPct val="115000"/>
              </a:lnSpc>
              <a:spcBef>
                <a:spcPts val="600"/>
              </a:spcBef>
              <a:spcAft>
                <a:spcPts val="0"/>
              </a:spcAft>
              <a:buSzPts val="2400"/>
              <a:buChar char="⬡"/>
            </a:pPr>
            <a:r>
              <a:rPr lang="en-US"/>
              <a:t>C. HTTP</a:t>
            </a:r>
            <a:endParaRPr/>
          </a:p>
          <a:p>
            <a:pPr marL="457200" lvl="0" indent="-381000" algn="l" rtl="0">
              <a:lnSpc>
                <a:spcPct val="115000"/>
              </a:lnSpc>
              <a:spcBef>
                <a:spcPts val="600"/>
              </a:spcBef>
              <a:spcAft>
                <a:spcPts val="0"/>
              </a:spcAft>
              <a:buSzPts val="2400"/>
              <a:buChar char="⬡"/>
            </a:pPr>
            <a:r>
              <a:rPr lang="en-US"/>
              <a:t>D. GET</a:t>
            </a:r>
            <a:endParaRPr/>
          </a:p>
        </p:txBody>
      </p:sp>
      <p:sp>
        <p:nvSpPr>
          <p:cNvPr id="456" name="Google Shape;456;p53"/>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300"/>
              <a:buNone/>
            </a:pPr>
            <a:fld id="{00000000-1234-1234-1234-123412341234}" type="slidenum">
              <a:rPr lang="en-US"/>
              <a:t>53</a:t>
            </a:fld>
            <a:endParaRPr/>
          </a:p>
        </p:txBody>
      </p:sp>
      <p:pic>
        <p:nvPicPr>
          <p:cNvPr id="457" name="Google Shape;457;p53"/>
          <p:cNvPicPr preferRelativeResize="0"/>
          <p:nvPr/>
        </p:nvPicPr>
        <p:blipFill rotWithShape="1">
          <a:blip r:embed="rId3">
            <a:alphaModFix/>
          </a:blip>
          <a:srcRect/>
          <a:stretch/>
        </p:blipFill>
        <p:spPr>
          <a:xfrm>
            <a:off x="3462227" y="3714750"/>
            <a:ext cx="2219546" cy="5715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54"/>
          <p:cNvSpPr txBox="1">
            <a:spLocks noGrp="1"/>
          </p:cNvSpPr>
          <p:nvPr>
            <p:ph type="body" idx="1"/>
          </p:nvPr>
        </p:nvSpPr>
        <p:spPr>
          <a:xfrm>
            <a:off x="393056" y="308836"/>
            <a:ext cx="8258650" cy="21495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SzPts val="2400"/>
              <a:buNone/>
            </a:pPr>
            <a:r>
              <a:rPr lang="en-US" sz="3200"/>
              <a:t>Agenda</a:t>
            </a:r>
            <a:endParaRPr/>
          </a:p>
          <a:p>
            <a:pPr marL="0" lvl="0" indent="0" algn="l" rtl="0">
              <a:lnSpc>
                <a:spcPct val="115000"/>
              </a:lnSpc>
              <a:spcBef>
                <a:spcPts val="600"/>
              </a:spcBef>
              <a:spcAft>
                <a:spcPts val="0"/>
              </a:spcAft>
              <a:buSzPts val="2400"/>
              <a:buNone/>
            </a:pPr>
            <a:endParaRPr sz="1400"/>
          </a:p>
          <a:p>
            <a:pPr marL="342900" lvl="0" indent="-342900" algn="l" rtl="0">
              <a:lnSpc>
                <a:spcPct val="115000"/>
              </a:lnSpc>
              <a:spcBef>
                <a:spcPts val="600"/>
              </a:spcBef>
              <a:spcAft>
                <a:spcPts val="0"/>
              </a:spcAft>
              <a:buSzPts val="2400"/>
              <a:buChar char="⬡"/>
            </a:pPr>
            <a:r>
              <a:rPr lang="en-US" sz="1400"/>
              <a:t>What is Internet and Web Servers</a:t>
            </a:r>
            <a:endParaRPr/>
          </a:p>
          <a:p>
            <a:pPr marL="342900" lvl="0" indent="-342900" algn="l" rtl="0">
              <a:lnSpc>
                <a:spcPct val="115000"/>
              </a:lnSpc>
              <a:spcBef>
                <a:spcPts val="600"/>
              </a:spcBef>
              <a:spcAft>
                <a:spcPts val="0"/>
              </a:spcAft>
              <a:buSzPts val="2400"/>
              <a:buChar char="⬡"/>
            </a:pPr>
            <a:r>
              <a:rPr lang="en-US" sz="1400"/>
              <a:t>HTTP Request/Response Cycle</a:t>
            </a:r>
            <a:endParaRPr/>
          </a:p>
          <a:p>
            <a:pPr marL="342900" lvl="0" indent="-342900" algn="l" rtl="0">
              <a:lnSpc>
                <a:spcPct val="115000"/>
              </a:lnSpc>
              <a:spcBef>
                <a:spcPts val="600"/>
              </a:spcBef>
              <a:spcAft>
                <a:spcPts val="0"/>
              </a:spcAft>
              <a:buSzPts val="2400"/>
              <a:buChar char="⬡"/>
            </a:pPr>
            <a:r>
              <a:rPr lang="en-US" sz="1400"/>
              <a:t>REST API Web Services</a:t>
            </a:r>
            <a:endParaRPr/>
          </a:p>
          <a:p>
            <a:pPr marL="342900" lvl="0" indent="-342900" algn="l" rtl="0">
              <a:lnSpc>
                <a:spcPct val="115000"/>
              </a:lnSpc>
              <a:spcBef>
                <a:spcPts val="600"/>
              </a:spcBef>
              <a:spcAft>
                <a:spcPts val="0"/>
              </a:spcAft>
              <a:buSzPts val="2400"/>
              <a:buChar char="⬡"/>
            </a:pPr>
            <a:r>
              <a:rPr lang="en-US" sz="1400"/>
              <a:t>Work with JSON</a:t>
            </a:r>
            <a:endParaRPr/>
          </a:p>
          <a:p>
            <a:pPr marL="342900" lvl="0" indent="-342900" algn="l" rtl="0">
              <a:lnSpc>
                <a:spcPct val="115000"/>
              </a:lnSpc>
              <a:spcBef>
                <a:spcPts val="600"/>
              </a:spcBef>
              <a:spcAft>
                <a:spcPts val="0"/>
              </a:spcAft>
              <a:buSzPts val="2400"/>
              <a:buChar char="⬡"/>
            </a:pPr>
            <a:r>
              <a:rPr lang="en-US" sz="1400"/>
              <a:t>HTML</a:t>
            </a:r>
            <a:endParaRPr/>
          </a:p>
          <a:p>
            <a:pPr marL="342900" lvl="0" indent="-342900" algn="l" rtl="0">
              <a:lnSpc>
                <a:spcPct val="115000"/>
              </a:lnSpc>
              <a:spcBef>
                <a:spcPts val="600"/>
              </a:spcBef>
              <a:spcAft>
                <a:spcPts val="0"/>
              </a:spcAft>
              <a:buSzPts val="2400"/>
              <a:buChar char="⬡"/>
            </a:pPr>
            <a:r>
              <a:rPr lang="en-US" sz="1400"/>
              <a:t>CSS</a:t>
            </a:r>
            <a:endParaRPr/>
          </a:p>
          <a:p>
            <a:pPr marL="342900" lvl="0" indent="-342900" algn="l" rtl="0">
              <a:lnSpc>
                <a:spcPct val="115000"/>
              </a:lnSpc>
              <a:spcBef>
                <a:spcPts val="600"/>
              </a:spcBef>
              <a:spcAft>
                <a:spcPts val="0"/>
              </a:spcAft>
              <a:buSzPts val="2400"/>
              <a:buChar char="⬡"/>
            </a:pPr>
            <a:r>
              <a:rPr lang="en-US" sz="1400"/>
              <a:t>Scrapping Concept</a:t>
            </a:r>
            <a:endParaRPr/>
          </a:p>
          <a:p>
            <a:pPr marL="342900" lvl="0" indent="-342900" algn="l" rtl="0">
              <a:lnSpc>
                <a:spcPct val="115000"/>
              </a:lnSpc>
              <a:spcBef>
                <a:spcPts val="600"/>
              </a:spcBef>
              <a:spcAft>
                <a:spcPts val="0"/>
              </a:spcAft>
              <a:buSzPts val="2400"/>
              <a:buChar char="⬡"/>
            </a:pPr>
            <a:r>
              <a:rPr lang="en-US" sz="1400" b="1" u="sng">
                <a:latin typeface="Consolas"/>
                <a:ea typeface="Consolas"/>
                <a:cs typeface="Consolas"/>
                <a:sym typeface="Consolas"/>
              </a:rPr>
              <a:t>BeautifulSoap</a:t>
            </a:r>
            <a:r>
              <a:rPr lang="en-US" sz="1400" b="1" u="sng"/>
              <a:t> Library</a:t>
            </a:r>
            <a:endParaRPr/>
          </a:p>
          <a:p>
            <a:pPr marL="342900" lvl="0" indent="-190500" algn="l" rtl="0">
              <a:lnSpc>
                <a:spcPct val="115000"/>
              </a:lnSpc>
              <a:spcBef>
                <a:spcPts val="600"/>
              </a:spcBef>
              <a:spcAft>
                <a:spcPts val="0"/>
              </a:spcAft>
              <a:buSzPts val="2400"/>
              <a:buNone/>
            </a:pPr>
            <a:endParaRPr sz="1400"/>
          </a:p>
          <a:p>
            <a:pPr marL="0" lvl="0" indent="0" algn="l" rtl="0">
              <a:lnSpc>
                <a:spcPct val="115000"/>
              </a:lnSpc>
              <a:spcBef>
                <a:spcPts val="600"/>
              </a:spcBef>
              <a:spcAft>
                <a:spcPts val="0"/>
              </a:spcAft>
              <a:buSzPts val="2400"/>
              <a:buNone/>
            </a:pPr>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55"/>
          <p:cNvSpPr txBox="1">
            <a:spLocks noGrp="1"/>
          </p:cNvSpPr>
          <p:nvPr>
            <p:ph type="ctrTitle"/>
          </p:nvPr>
        </p:nvSpPr>
        <p:spPr>
          <a:xfrm>
            <a:off x="310115" y="311618"/>
            <a:ext cx="5190461"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latin typeface="Consolas"/>
                <a:ea typeface="Consolas"/>
                <a:cs typeface="Consolas"/>
                <a:sym typeface="Consolas"/>
              </a:rPr>
              <a:t>BeautifulSoap</a:t>
            </a:r>
            <a:r>
              <a:rPr lang="en-US" sz="2400" b="0"/>
              <a:t> Library</a:t>
            </a:r>
            <a:endParaRPr/>
          </a:p>
        </p:txBody>
      </p:sp>
      <p:pic>
        <p:nvPicPr>
          <p:cNvPr id="468" name="Google Shape;468;p55"/>
          <p:cNvPicPr preferRelativeResize="0"/>
          <p:nvPr/>
        </p:nvPicPr>
        <p:blipFill rotWithShape="1">
          <a:blip r:embed="rId3">
            <a:alphaModFix/>
          </a:blip>
          <a:srcRect/>
          <a:stretch/>
        </p:blipFill>
        <p:spPr>
          <a:xfrm>
            <a:off x="5722705" y="2045304"/>
            <a:ext cx="2219340" cy="1159800"/>
          </a:xfrm>
          <a:prstGeom prst="rect">
            <a:avLst/>
          </a:prstGeom>
          <a:noFill/>
          <a:ln>
            <a:noFill/>
          </a:ln>
        </p:spPr>
      </p:pic>
      <p:pic>
        <p:nvPicPr>
          <p:cNvPr id="469" name="Google Shape;469;p55"/>
          <p:cNvPicPr preferRelativeResize="0"/>
          <p:nvPr/>
        </p:nvPicPr>
        <p:blipFill rotWithShape="1">
          <a:blip r:embed="rId4">
            <a:alphaModFix/>
          </a:blip>
          <a:srcRect/>
          <a:stretch/>
        </p:blipFill>
        <p:spPr>
          <a:xfrm>
            <a:off x="5790680" y="2449022"/>
            <a:ext cx="145275" cy="423000"/>
          </a:xfrm>
          <a:prstGeom prst="rect">
            <a:avLst/>
          </a:prstGeom>
          <a:noFill/>
          <a:ln>
            <a:noFill/>
          </a:ln>
        </p:spPr>
      </p:pic>
      <p:pic>
        <p:nvPicPr>
          <p:cNvPr id="470" name="Google Shape;470;p55"/>
          <p:cNvPicPr preferRelativeResize="0"/>
          <p:nvPr/>
        </p:nvPicPr>
        <p:blipFill rotWithShape="1">
          <a:blip r:embed="rId5">
            <a:alphaModFix/>
          </a:blip>
          <a:srcRect/>
          <a:stretch/>
        </p:blipFill>
        <p:spPr>
          <a:xfrm>
            <a:off x="6336726" y="1237502"/>
            <a:ext cx="1032700" cy="1209125"/>
          </a:xfrm>
          <a:prstGeom prst="rect">
            <a:avLst/>
          </a:prstGeom>
          <a:noFill/>
          <a:ln>
            <a:noFill/>
          </a:ln>
        </p:spPr>
      </p:pic>
      <p:pic>
        <p:nvPicPr>
          <p:cNvPr id="471" name="Google Shape;471;p55"/>
          <p:cNvPicPr preferRelativeResize="0"/>
          <p:nvPr/>
        </p:nvPicPr>
        <p:blipFill rotWithShape="1">
          <a:blip r:embed="rId6">
            <a:alphaModFix/>
          </a:blip>
          <a:srcRect/>
          <a:stretch/>
        </p:blipFill>
        <p:spPr>
          <a:xfrm>
            <a:off x="4276620" y="-389352"/>
            <a:ext cx="4956954" cy="5922203"/>
          </a:xfrm>
          <a:prstGeom prst="rect">
            <a:avLst/>
          </a:prstGeom>
          <a:noFill/>
          <a:ln>
            <a:noFill/>
          </a:ln>
        </p:spPr>
      </p:pic>
      <p:pic>
        <p:nvPicPr>
          <p:cNvPr id="472" name="Google Shape;472;p55"/>
          <p:cNvPicPr preferRelativeResize="0"/>
          <p:nvPr/>
        </p:nvPicPr>
        <p:blipFill rotWithShape="1">
          <a:blip r:embed="rId7">
            <a:alphaModFix/>
          </a:blip>
          <a:srcRect/>
          <a:stretch/>
        </p:blipFill>
        <p:spPr>
          <a:xfrm>
            <a:off x="613747" y="1187328"/>
            <a:ext cx="3597450" cy="2017776"/>
          </a:xfrm>
          <a:prstGeom prst="rect">
            <a:avLst/>
          </a:prstGeom>
          <a:noFill/>
          <a:ln>
            <a:noFill/>
          </a:ln>
        </p:spPr>
      </p:pic>
      <p:pic>
        <p:nvPicPr>
          <p:cNvPr id="473" name="Google Shape;473;p55"/>
          <p:cNvPicPr preferRelativeResize="0"/>
          <p:nvPr/>
        </p:nvPicPr>
        <p:blipFill rotWithShape="1">
          <a:blip r:embed="rId8">
            <a:alphaModFix/>
          </a:blip>
          <a:srcRect/>
          <a:stretch/>
        </p:blipFill>
        <p:spPr>
          <a:xfrm>
            <a:off x="-168516" y="2590001"/>
            <a:ext cx="5161976" cy="273234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pic>
        <p:nvPicPr>
          <p:cNvPr id="478" name="Google Shape;478;p56"/>
          <p:cNvPicPr preferRelativeResize="0"/>
          <p:nvPr/>
        </p:nvPicPr>
        <p:blipFill rotWithShape="1">
          <a:blip r:embed="rId3">
            <a:alphaModFix/>
          </a:blip>
          <a:srcRect/>
          <a:stretch/>
        </p:blipFill>
        <p:spPr>
          <a:xfrm>
            <a:off x="5722705" y="2045304"/>
            <a:ext cx="2219340" cy="1159800"/>
          </a:xfrm>
          <a:prstGeom prst="rect">
            <a:avLst/>
          </a:prstGeom>
          <a:noFill/>
          <a:ln>
            <a:noFill/>
          </a:ln>
        </p:spPr>
      </p:pic>
      <p:sp>
        <p:nvSpPr>
          <p:cNvPr id="479" name="Google Shape;479;p56"/>
          <p:cNvSpPr/>
          <p:nvPr/>
        </p:nvSpPr>
        <p:spPr>
          <a:xfrm>
            <a:off x="297873" y="289634"/>
            <a:ext cx="4572000" cy="1289007"/>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3200" b="0" i="0" u="none" strike="noStrike" cap="none">
                <a:solidFill>
                  <a:srgbClr val="FFFFFF"/>
                </a:solidFill>
                <a:latin typeface="Arial"/>
                <a:ea typeface="Arial"/>
                <a:cs typeface="Arial"/>
                <a:sym typeface="Arial"/>
              </a:rPr>
              <a:t>Check Also</a:t>
            </a:r>
            <a:endParaRPr/>
          </a:p>
          <a:p>
            <a:pPr marL="0" marR="0" lvl="0" indent="0" algn="l" rtl="0">
              <a:lnSpc>
                <a:spcPct val="115000"/>
              </a:lnSpc>
              <a:spcBef>
                <a:spcPts val="600"/>
              </a:spcBef>
              <a:spcAft>
                <a:spcPts val="0"/>
              </a:spcAft>
              <a:buNone/>
            </a:pPr>
            <a:endParaRPr sz="1400" b="0" i="0" u="none" strike="noStrike" cap="none">
              <a:solidFill>
                <a:srgbClr val="FFFFFF"/>
              </a:solidFill>
              <a:latin typeface="Arial"/>
              <a:ea typeface="Arial"/>
              <a:cs typeface="Arial"/>
              <a:sym typeface="Arial"/>
            </a:endParaRPr>
          </a:p>
          <a:p>
            <a:pPr marL="0" marR="0" lvl="0" indent="0" algn="l" rtl="0">
              <a:lnSpc>
                <a:spcPct val="115000"/>
              </a:lnSpc>
              <a:spcBef>
                <a:spcPts val="600"/>
              </a:spcBef>
              <a:spcAft>
                <a:spcPts val="0"/>
              </a:spcAft>
              <a:buNone/>
            </a:pPr>
            <a:endParaRPr sz="1400" b="0" i="0" u="none" strike="noStrike" cap="none">
              <a:solidFill>
                <a:srgbClr val="FFFFFF"/>
              </a:solidFill>
              <a:latin typeface="Arial"/>
              <a:ea typeface="Arial"/>
              <a:cs typeface="Arial"/>
              <a:sym typeface="Arial"/>
            </a:endParaRPr>
          </a:p>
        </p:txBody>
      </p:sp>
      <p:sp>
        <p:nvSpPr>
          <p:cNvPr id="480" name="Google Shape;480;p56"/>
          <p:cNvSpPr/>
          <p:nvPr/>
        </p:nvSpPr>
        <p:spPr>
          <a:xfrm>
            <a:off x="600840" y="1979786"/>
            <a:ext cx="4572000" cy="1398653"/>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endParaRPr sz="1400" b="0" i="0" u="none" strike="noStrike" cap="none">
              <a:solidFill>
                <a:srgbClr val="FFFFFF"/>
              </a:solidFill>
              <a:latin typeface="Arial"/>
              <a:ea typeface="Arial"/>
              <a:cs typeface="Arial"/>
              <a:sym typeface="Arial"/>
            </a:endParaRPr>
          </a:p>
          <a:p>
            <a:pPr marL="342900" marR="0" lvl="0" indent="-342900" algn="l" rtl="0">
              <a:lnSpc>
                <a:spcPct val="115000"/>
              </a:lnSpc>
              <a:spcBef>
                <a:spcPts val="600"/>
              </a:spcBef>
              <a:spcAft>
                <a:spcPts val="0"/>
              </a:spcAft>
              <a:buClr>
                <a:srgbClr val="A458FF"/>
              </a:buClr>
              <a:buSzPts val="2400"/>
              <a:buFont typeface="Arial"/>
              <a:buChar char="⬡"/>
            </a:pPr>
            <a:r>
              <a:rPr lang="en-US" sz="1600" b="0" i="0" u="none" strike="noStrike" cap="none">
                <a:solidFill>
                  <a:srgbClr val="FFFFFF"/>
                </a:solidFill>
                <a:latin typeface="Arial"/>
                <a:ea typeface="Arial"/>
                <a:cs typeface="Arial"/>
                <a:sym typeface="Arial"/>
              </a:rPr>
              <a:t>https://scrapy.org</a:t>
            </a:r>
            <a:endParaRPr/>
          </a:p>
          <a:p>
            <a:pPr marL="342900" marR="0" lvl="0" indent="-342900" algn="l" rtl="0">
              <a:lnSpc>
                <a:spcPct val="115000"/>
              </a:lnSpc>
              <a:spcBef>
                <a:spcPts val="600"/>
              </a:spcBef>
              <a:spcAft>
                <a:spcPts val="0"/>
              </a:spcAft>
              <a:buClr>
                <a:srgbClr val="A458FF"/>
              </a:buClr>
              <a:buSzPts val="2400"/>
              <a:buFont typeface="Arial"/>
              <a:buChar char="⬡"/>
            </a:pPr>
            <a:r>
              <a:rPr lang="en-US" sz="1600" b="0" i="0" u="none" strike="noStrike" cap="none">
                <a:solidFill>
                  <a:srgbClr val="FFFFFF"/>
                </a:solidFill>
                <a:latin typeface="Arial"/>
                <a:ea typeface="Arial"/>
                <a:cs typeface="Arial"/>
                <a:sym typeface="Arial"/>
              </a:rPr>
              <a:t>https://selenium-python.readthedocs.io</a:t>
            </a:r>
            <a:endParaRPr/>
          </a:p>
          <a:p>
            <a:pPr marL="342900" marR="0" lvl="0" indent="-342900" algn="l" rtl="0">
              <a:lnSpc>
                <a:spcPct val="115000"/>
              </a:lnSpc>
              <a:spcBef>
                <a:spcPts val="600"/>
              </a:spcBef>
              <a:spcAft>
                <a:spcPts val="0"/>
              </a:spcAft>
              <a:buClr>
                <a:srgbClr val="A458FF"/>
              </a:buClr>
              <a:buSzPts val="2400"/>
              <a:buFont typeface="Arial"/>
              <a:buChar char="⬡"/>
            </a:pPr>
            <a:r>
              <a:rPr lang="en-US" sz="1600" b="0" i="0" u="none" strike="noStrike" cap="none">
                <a:solidFill>
                  <a:srgbClr val="FFFFFF"/>
                </a:solidFill>
                <a:latin typeface="Arial"/>
                <a:ea typeface="Arial"/>
                <a:cs typeface="Arial"/>
                <a:sym typeface="Arial"/>
              </a:rPr>
              <a:t>…</a:t>
            </a:r>
            <a:endParaRPr/>
          </a:p>
        </p:txBody>
      </p:sp>
      <p:pic>
        <p:nvPicPr>
          <p:cNvPr id="481" name="Google Shape;481;p56"/>
          <p:cNvPicPr preferRelativeResize="0"/>
          <p:nvPr/>
        </p:nvPicPr>
        <p:blipFill rotWithShape="1">
          <a:blip r:embed="rId4">
            <a:alphaModFix/>
          </a:blip>
          <a:srcRect/>
          <a:stretch/>
        </p:blipFill>
        <p:spPr>
          <a:xfrm>
            <a:off x="4977377" y="476904"/>
            <a:ext cx="3381485" cy="3005765"/>
          </a:xfrm>
          <a:prstGeom prst="rect">
            <a:avLst/>
          </a:prstGeom>
          <a:noFill/>
          <a:ln>
            <a:noFill/>
          </a:ln>
        </p:spPr>
      </p:pic>
      <p:sp>
        <p:nvSpPr>
          <p:cNvPr id="482" name="Google Shape;482;p56"/>
          <p:cNvSpPr/>
          <p:nvPr/>
        </p:nvSpPr>
        <p:spPr>
          <a:xfrm>
            <a:off x="503109" y="1698680"/>
            <a:ext cx="4572000" cy="35375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600" b="0" i="0" u="none" strike="noStrike" cap="none">
                <a:solidFill>
                  <a:srgbClr val="FFFFFF"/>
                </a:solidFill>
                <a:latin typeface="Arial"/>
                <a:ea typeface="Arial"/>
                <a:cs typeface="Arial"/>
                <a:sym typeface="Arial"/>
              </a:rPr>
              <a:t>Other methods to scrap the internet.</a:t>
            </a:r>
            <a:endParaRPr sz="900" b="0" i="0" u="none" strike="noStrike" cap="none">
              <a:solidFill>
                <a:srgbClr val="FFFFFF"/>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57"/>
          <p:cNvSpPr txBox="1">
            <a:spLocks noGrp="1"/>
          </p:cNvSpPr>
          <p:nvPr>
            <p:ph type="title"/>
          </p:nvPr>
        </p:nvSpPr>
        <p:spPr>
          <a:xfrm>
            <a:off x="580550" y="205975"/>
            <a:ext cx="6383776" cy="931710"/>
          </a:xfrm>
          <a:prstGeom prst="rect">
            <a:avLst/>
          </a:prstGeom>
          <a:noFill/>
          <a:ln>
            <a:noFill/>
          </a:ln>
        </p:spPr>
        <p:txBody>
          <a:bodyPr spcFirstLastPara="1" wrap="square" lIns="0" tIns="0" rIns="0" bIns="0" anchor="b" anchorCtr="0">
            <a:noAutofit/>
          </a:bodyPr>
          <a:lstStyle/>
          <a:p>
            <a:pPr marL="0" lvl="0" indent="0" algn="ctr" rtl="0">
              <a:lnSpc>
                <a:spcPct val="100000"/>
              </a:lnSpc>
              <a:spcBef>
                <a:spcPts val="0"/>
              </a:spcBef>
              <a:spcAft>
                <a:spcPts val="0"/>
              </a:spcAft>
              <a:buSzPts val="3200"/>
              <a:buNone/>
            </a:pPr>
            <a:r>
              <a:rPr lang="en-US" sz="2000"/>
              <a:t>What does the following block of code print?</a:t>
            </a:r>
            <a:br>
              <a:rPr lang="en-US" sz="2000"/>
            </a:br>
            <a:endParaRPr sz="2000"/>
          </a:p>
        </p:txBody>
      </p:sp>
      <p:sp>
        <p:nvSpPr>
          <p:cNvPr id="488" name="Google Shape;488;p57"/>
          <p:cNvSpPr txBox="1">
            <a:spLocks noGrp="1"/>
          </p:cNvSpPr>
          <p:nvPr>
            <p:ph type="body" idx="1"/>
          </p:nvPr>
        </p:nvSpPr>
        <p:spPr>
          <a:xfrm>
            <a:off x="350874" y="1137686"/>
            <a:ext cx="5709684" cy="3317356"/>
          </a:xfrm>
          <a:prstGeom prst="rect">
            <a:avLst/>
          </a:prstGeom>
          <a:noFill/>
          <a:ln>
            <a:noFill/>
          </a:ln>
        </p:spPr>
        <p:txBody>
          <a:bodyPr spcFirstLastPara="1" wrap="square" lIns="0" tIns="0" rIns="0" bIns="0" anchor="t" anchorCtr="0">
            <a:noAutofit/>
          </a:bodyPr>
          <a:lstStyle/>
          <a:p>
            <a:pPr marL="457200" lvl="0" indent="-381000" algn="l" rtl="0">
              <a:lnSpc>
                <a:spcPct val="115000"/>
              </a:lnSpc>
              <a:spcBef>
                <a:spcPts val="600"/>
              </a:spcBef>
              <a:spcAft>
                <a:spcPts val="0"/>
              </a:spcAft>
              <a:buSzPts val="2400"/>
              <a:buChar char="⬡"/>
            </a:pPr>
            <a:r>
              <a:rPr lang="en-US"/>
              <a:t>A. retrieves and displays the webpage</a:t>
            </a:r>
            <a:endParaRPr/>
          </a:p>
          <a:p>
            <a:pPr marL="457200" lvl="0" indent="-381000" algn="l" rtl="0">
              <a:lnSpc>
                <a:spcPct val="115000"/>
              </a:lnSpc>
              <a:spcBef>
                <a:spcPts val="600"/>
              </a:spcBef>
              <a:spcAft>
                <a:spcPts val="0"/>
              </a:spcAft>
              <a:buSzPts val="2400"/>
              <a:buChar char="⬡"/>
            </a:pPr>
            <a:r>
              <a:rPr lang="en-US"/>
              <a:t>B. downloads the webpage</a:t>
            </a:r>
            <a:endParaRPr/>
          </a:p>
          <a:p>
            <a:pPr marL="457200" lvl="0" indent="-381000" algn="l" rtl="0">
              <a:lnSpc>
                <a:spcPct val="115000"/>
              </a:lnSpc>
              <a:spcBef>
                <a:spcPts val="600"/>
              </a:spcBef>
              <a:spcAft>
                <a:spcPts val="0"/>
              </a:spcAft>
              <a:buSzPts val="2400"/>
              <a:buChar char="⬡"/>
            </a:pPr>
            <a:r>
              <a:rPr lang="en-US"/>
              <a:t>C. prints the images from 'www.nytimes.com'</a:t>
            </a:r>
            <a:endParaRPr/>
          </a:p>
          <a:p>
            <a:pPr marL="457200" lvl="0" indent="-381000" algn="l" rtl="0">
              <a:lnSpc>
                <a:spcPct val="115000"/>
              </a:lnSpc>
              <a:spcBef>
                <a:spcPts val="600"/>
              </a:spcBef>
              <a:spcAft>
                <a:spcPts val="0"/>
              </a:spcAft>
              <a:buSzPts val="2400"/>
              <a:buChar char="⬡"/>
            </a:pPr>
            <a:r>
              <a:rPr lang="en-US"/>
              <a:t>D. prints all the 'img' sources under 'src' from 'www.nytimes.com'</a:t>
            </a:r>
            <a:endParaRPr/>
          </a:p>
        </p:txBody>
      </p:sp>
      <p:sp>
        <p:nvSpPr>
          <p:cNvPr id="489" name="Google Shape;489;p57"/>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300"/>
              <a:buNone/>
            </a:pPr>
            <a:fld id="{00000000-1234-1234-1234-123412341234}" type="slidenum">
              <a:rPr lang="en-US"/>
              <a:t>57</a:t>
            </a:fld>
            <a:endParaRPr/>
          </a:p>
        </p:txBody>
      </p:sp>
      <p:pic>
        <p:nvPicPr>
          <p:cNvPr id="490" name="Google Shape;490;p57"/>
          <p:cNvPicPr preferRelativeResize="0"/>
          <p:nvPr/>
        </p:nvPicPr>
        <p:blipFill rotWithShape="1">
          <a:blip r:embed="rId3">
            <a:alphaModFix/>
          </a:blip>
          <a:srcRect/>
          <a:stretch/>
        </p:blipFill>
        <p:spPr>
          <a:xfrm>
            <a:off x="5207847" y="1350564"/>
            <a:ext cx="3457688" cy="1656377"/>
          </a:xfrm>
          <a:prstGeom prst="rect">
            <a:avLst/>
          </a:prstGeom>
          <a:noFill/>
          <a:ln>
            <a:noFill/>
          </a:ln>
        </p:spPr>
      </p:pic>
      <p:pic>
        <p:nvPicPr>
          <p:cNvPr id="491" name="Google Shape;491;p57"/>
          <p:cNvPicPr preferRelativeResize="0"/>
          <p:nvPr/>
        </p:nvPicPr>
        <p:blipFill rotWithShape="1">
          <a:blip r:embed="rId4">
            <a:alphaModFix/>
          </a:blip>
          <a:srcRect/>
          <a:stretch/>
        </p:blipFill>
        <p:spPr>
          <a:xfrm>
            <a:off x="5207847" y="4178351"/>
            <a:ext cx="2219546" cy="5715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3B8F2-4BD8-4A48-B168-ED81DD11AAE5}"/>
              </a:ext>
            </a:extLst>
          </p:cNvPr>
          <p:cNvSpPr>
            <a:spLocks noGrp="1"/>
          </p:cNvSpPr>
          <p:nvPr>
            <p:ph type="title"/>
          </p:nvPr>
        </p:nvSpPr>
        <p:spPr>
          <a:xfrm>
            <a:off x="580550" y="205975"/>
            <a:ext cx="7537538" cy="857400"/>
          </a:xfrm>
        </p:spPr>
        <p:txBody>
          <a:bodyPr/>
          <a:lstStyle/>
          <a:p>
            <a:r>
              <a:rPr lang="en-AE" dirty="0"/>
              <a:t>How to download file with python ?  </a:t>
            </a:r>
            <a:endParaRPr lang="en-US" dirty="0"/>
          </a:p>
        </p:txBody>
      </p:sp>
      <p:sp>
        <p:nvSpPr>
          <p:cNvPr id="3" name="Text Placeholder 2">
            <a:extLst>
              <a:ext uri="{FF2B5EF4-FFF2-40B4-BE49-F238E27FC236}">
                <a16:creationId xmlns:a16="http://schemas.microsoft.com/office/drawing/2014/main" id="{817FC67D-A899-47AE-A15F-CCFE91DF27A5}"/>
              </a:ext>
            </a:extLst>
          </p:cNvPr>
          <p:cNvSpPr>
            <a:spLocks noGrp="1"/>
          </p:cNvSpPr>
          <p:nvPr>
            <p:ph type="body" idx="1"/>
          </p:nvPr>
        </p:nvSpPr>
        <p:spPr>
          <a:xfrm>
            <a:off x="580550" y="1352550"/>
            <a:ext cx="6014400" cy="1108152"/>
          </a:xfrm>
        </p:spPr>
        <p:txBody>
          <a:bodyPr/>
          <a:lstStyle/>
          <a:p>
            <a:pPr marL="76200" indent="0">
              <a:buNone/>
            </a:pPr>
            <a:r>
              <a:rPr lang="en-AE" dirty="0"/>
              <a:t>1- Find the download link </a:t>
            </a:r>
          </a:p>
          <a:p>
            <a:pPr marL="76200" indent="0">
              <a:buNone/>
            </a:pPr>
            <a:r>
              <a:rPr lang="en-AE" dirty="0"/>
              <a:t>2- define the path to save file </a:t>
            </a:r>
          </a:p>
          <a:p>
            <a:pPr marL="76200" indent="0">
              <a:buNone/>
            </a:pPr>
            <a:endParaRPr lang="en-AE" dirty="0"/>
          </a:p>
          <a:p>
            <a:pPr marL="76200" indent="0">
              <a:buNone/>
            </a:pPr>
            <a:endParaRPr lang="en-US" dirty="0"/>
          </a:p>
        </p:txBody>
      </p:sp>
      <p:sp>
        <p:nvSpPr>
          <p:cNvPr id="4" name="Slide Number Placeholder 3">
            <a:extLst>
              <a:ext uri="{FF2B5EF4-FFF2-40B4-BE49-F238E27FC236}">
                <a16:creationId xmlns:a16="http://schemas.microsoft.com/office/drawing/2014/main" id="{A519DB8F-F8B0-4A34-8111-FCA37F49A5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58</a:t>
            </a:fld>
            <a:endParaRPr lang="en-US"/>
          </a:p>
        </p:txBody>
      </p:sp>
      <p:sp>
        <p:nvSpPr>
          <p:cNvPr id="9" name="Oval 8">
            <a:extLst>
              <a:ext uri="{FF2B5EF4-FFF2-40B4-BE49-F238E27FC236}">
                <a16:creationId xmlns:a16="http://schemas.microsoft.com/office/drawing/2014/main" id="{3FFFD4AB-F62F-4A0D-AA0B-DEC7BFE62830}"/>
              </a:ext>
            </a:extLst>
          </p:cNvPr>
          <p:cNvSpPr/>
          <p:nvPr/>
        </p:nvSpPr>
        <p:spPr>
          <a:xfrm>
            <a:off x="5969620" y="1167161"/>
            <a:ext cx="2245112" cy="11081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Don't forget to select</a:t>
            </a:r>
            <a:r>
              <a:rPr lang="ar-EG" dirty="0"/>
              <a:t> </a:t>
            </a:r>
            <a:r>
              <a:rPr lang="en-US" dirty="0"/>
              <a:t>file </a:t>
            </a:r>
            <a:r>
              <a:rPr lang="en-AE" dirty="0"/>
              <a:t>extension </a:t>
            </a:r>
            <a:endParaRPr lang="en-US" dirty="0"/>
          </a:p>
        </p:txBody>
      </p:sp>
      <p:pic>
        <p:nvPicPr>
          <p:cNvPr id="6" name="Picture 5">
            <a:extLst>
              <a:ext uri="{FF2B5EF4-FFF2-40B4-BE49-F238E27FC236}">
                <a16:creationId xmlns:a16="http://schemas.microsoft.com/office/drawing/2014/main" id="{17D40582-BA2E-4DC1-9E10-AAC9EEE49D2D}"/>
              </a:ext>
            </a:extLst>
          </p:cNvPr>
          <p:cNvPicPr>
            <a:picLocks noChangeAspect="1"/>
          </p:cNvPicPr>
          <p:nvPr/>
        </p:nvPicPr>
        <p:blipFill>
          <a:blip r:embed="rId2"/>
          <a:stretch>
            <a:fillRect/>
          </a:stretch>
        </p:blipFill>
        <p:spPr>
          <a:xfrm>
            <a:off x="2097967" y="2110445"/>
            <a:ext cx="4808355" cy="3181737"/>
          </a:xfrm>
          <a:prstGeom prst="rect">
            <a:avLst/>
          </a:prstGeom>
        </p:spPr>
      </p:pic>
    </p:spTree>
    <p:extLst>
      <p:ext uri="{BB962C8B-B14F-4D97-AF65-F5344CB8AC3E}">
        <p14:creationId xmlns:p14="http://schemas.microsoft.com/office/powerpoint/2010/main" val="2140411757"/>
      </p:ext>
    </p:extLst>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3B8F2-4BD8-4A48-B168-ED81DD11AAE5}"/>
              </a:ext>
            </a:extLst>
          </p:cNvPr>
          <p:cNvSpPr>
            <a:spLocks noGrp="1"/>
          </p:cNvSpPr>
          <p:nvPr>
            <p:ph type="title"/>
          </p:nvPr>
        </p:nvSpPr>
        <p:spPr>
          <a:xfrm>
            <a:off x="580550" y="205975"/>
            <a:ext cx="7537538" cy="857400"/>
          </a:xfrm>
        </p:spPr>
        <p:txBody>
          <a:bodyPr/>
          <a:lstStyle/>
          <a:p>
            <a:r>
              <a:rPr lang="en-AE" dirty="0"/>
              <a:t>How to download file with python ?  </a:t>
            </a:r>
            <a:endParaRPr lang="en-US" dirty="0"/>
          </a:p>
        </p:txBody>
      </p:sp>
      <p:sp>
        <p:nvSpPr>
          <p:cNvPr id="3" name="Text Placeholder 2">
            <a:extLst>
              <a:ext uri="{FF2B5EF4-FFF2-40B4-BE49-F238E27FC236}">
                <a16:creationId xmlns:a16="http://schemas.microsoft.com/office/drawing/2014/main" id="{817FC67D-A899-47AE-A15F-CCFE91DF27A5}"/>
              </a:ext>
            </a:extLst>
          </p:cNvPr>
          <p:cNvSpPr>
            <a:spLocks noGrp="1"/>
          </p:cNvSpPr>
          <p:nvPr>
            <p:ph type="body" idx="1"/>
          </p:nvPr>
        </p:nvSpPr>
        <p:spPr>
          <a:xfrm>
            <a:off x="580550" y="1352550"/>
            <a:ext cx="6014400" cy="1108152"/>
          </a:xfrm>
        </p:spPr>
        <p:txBody>
          <a:bodyPr/>
          <a:lstStyle/>
          <a:p>
            <a:pPr marL="76200" indent="0">
              <a:buNone/>
            </a:pPr>
            <a:r>
              <a:rPr lang="en-AE" dirty="0"/>
              <a:t>1- Find the download link </a:t>
            </a:r>
          </a:p>
          <a:p>
            <a:pPr marL="76200" indent="0">
              <a:buNone/>
            </a:pPr>
            <a:r>
              <a:rPr lang="en-AE" dirty="0"/>
              <a:t>2- define the path to save file </a:t>
            </a:r>
          </a:p>
          <a:p>
            <a:pPr marL="76200" indent="0">
              <a:buNone/>
            </a:pPr>
            <a:endParaRPr lang="en-AE" dirty="0"/>
          </a:p>
          <a:p>
            <a:pPr marL="76200" indent="0">
              <a:buNone/>
            </a:pPr>
            <a:endParaRPr lang="en-US" dirty="0"/>
          </a:p>
        </p:txBody>
      </p:sp>
      <p:sp>
        <p:nvSpPr>
          <p:cNvPr id="4" name="Slide Number Placeholder 3">
            <a:extLst>
              <a:ext uri="{FF2B5EF4-FFF2-40B4-BE49-F238E27FC236}">
                <a16:creationId xmlns:a16="http://schemas.microsoft.com/office/drawing/2014/main" id="{A519DB8F-F8B0-4A34-8111-FCA37F49A5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59</a:t>
            </a:fld>
            <a:endParaRPr lang="en-US"/>
          </a:p>
        </p:txBody>
      </p:sp>
      <p:pic>
        <p:nvPicPr>
          <p:cNvPr id="8" name="Picture 7">
            <a:extLst>
              <a:ext uri="{FF2B5EF4-FFF2-40B4-BE49-F238E27FC236}">
                <a16:creationId xmlns:a16="http://schemas.microsoft.com/office/drawing/2014/main" id="{1011BECD-DD88-42E1-9F90-E7635686E11C}"/>
              </a:ext>
            </a:extLst>
          </p:cNvPr>
          <p:cNvPicPr>
            <a:picLocks noChangeAspect="1"/>
          </p:cNvPicPr>
          <p:nvPr/>
        </p:nvPicPr>
        <p:blipFill>
          <a:blip r:embed="rId2"/>
          <a:stretch>
            <a:fillRect/>
          </a:stretch>
        </p:blipFill>
        <p:spPr>
          <a:xfrm>
            <a:off x="1207535" y="1995418"/>
            <a:ext cx="6159704" cy="3434779"/>
          </a:xfrm>
          <a:prstGeom prst="rect">
            <a:avLst/>
          </a:prstGeom>
        </p:spPr>
      </p:pic>
      <p:sp>
        <p:nvSpPr>
          <p:cNvPr id="9" name="Oval 8">
            <a:extLst>
              <a:ext uri="{FF2B5EF4-FFF2-40B4-BE49-F238E27FC236}">
                <a16:creationId xmlns:a16="http://schemas.microsoft.com/office/drawing/2014/main" id="{3FFFD4AB-F62F-4A0D-AA0B-DEC7BFE62830}"/>
              </a:ext>
            </a:extLst>
          </p:cNvPr>
          <p:cNvSpPr/>
          <p:nvPr/>
        </p:nvSpPr>
        <p:spPr>
          <a:xfrm>
            <a:off x="5969620" y="1167161"/>
            <a:ext cx="2245112" cy="11081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Don't forget to select</a:t>
            </a:r>
            <a:r>
              <a:rPr lang="ar-EG" dirty="0"/>
              <a:t> </a:t>
            </a:r>
            <a:r>
              <a:rPr lang="en-US" dirty="0"/>
              <a:t>file </a:t>
            </a:r>
            <a:r>
              <a:rPr lang="en-AE" dirty="0"/>
              <a:t>extension </a:t>
            </a:r>
            <a:endParaRPr lang="en-US" dirty="0"/>
          </a:p>
        </p:txBody>
      </p:sp>
    </p:spTree>
    <p:extLst>
      <p:ext uri="{BB962C8B-B14F-4D97-AF65-F5344CB8AC3E}">
        <p14:creationId xmlns:p14="http://schemas.microsoft.com/office/powerpoint/2010/main" val="1163835702"/>
      </p:ext>
    </p:extLst>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29"/>
          <p:cNvSpPr txBox="1">
            <a:spLocks noGrp="1"/>
          </p:cNvSpPr>
          <p:nvPr>
            <p:ph type="ctrTitle"/>
          </p:nvPr>
        </p:nvSpPr>
        <p:spPr>
          <a:xfrm>
            <a:off x="310115" y="311618"/>
            <a:ext cx="7324062"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Project 6 – Wuzzuf data collecting</a:t>
            </a:r>
            <a:endParaRPr/>
          </a:p>
        </p:txBody>
      </p:sp>
      <p:pic>
        <p:nvPicPr>
          <p:cNvPr id="497" name="Google Shape;497;p29"/>
          <p:cNvPicPr preferRelativeResize="0"/>
          <p:nvPr/>
        </p:nvPicPr>
        <p:blipFill rotWithShape="1">
          <a:blip r:embed="rId3">
            <a:alphaModFix/>
          </a:blip>
          <a:srcRect/>
          <a:stretch/>
        </p:blipFill>
        <p:spPr>
          <a:xfrm>
            <a:off x="5722705" y="2045304"/>
            <a:ext cx="2219340" cy="1159800"/>
          </a:xfrm>
          <a:prstGeom prst="rect">
            <a:avLst/>
          </a:prstGeom>
          <a:noFill/>
          <a:ln>
            <a:noFill/>
          </a:ln>
        </p:spPr>
      </p:pic>
      <p:pic>
        <p:nvPicPr>
          <p:cNvPr id="498" name="Google Shape;498;p29"/>
          <p:cNvPicPr preferRelativeResize="0"/>
          <p:nvPr/>
        </p:nvPicPr>
        <p:blipFill rotWithShape="1">
          <a:blip r:embed="rId4">
            <a:alphaModFix/>
          </a:blip>
          <a:srcRect/>
          <a:stretch/>
        </p:blipFill>
        <p:spPr>
          <a:xfrm>
            <a:off x="5790680" y="2449022"/>
            <a:ext cx="145275" cy="423000"/>
          </a:xfrm>
          <a:prstGeom prst="rect">
            <a:avLst/>
          </a:prstGeom>
          <a:noFill/>
          <a:ln>
            <a:noFill/>
          </a:ln>
        </p:spPr>
      </p:pic>
      <p:pic>
        <p:nvPicPr>
          <p:cNvPr id="499" name="Google Shape;499;p29"/>
          <p:cNvPicPr preferRelativeResize="0"/>
          <p:nvPr/>
        </p:nvPicPr>
        <p:blipFill rotWithShape="1">
          <a:blip r:embed="rId5">
            <a:alphaModFix/>
          </a:blip>
          <a:srcRect/>
          <a:stretch/>
        </p:blipFill>
        <p:spPr>
          <a:xfrm>
            <a:off x="6336726" y="1237502"/>
            <a:ext cx="1032700" cy="1209125"/>
          </a:xfrm>
          <a:prstGeom prst="rect">
            <a:avLst/>
          </a:prstGeom>
          <a:noFill/>
          <a:ln>
            <a:noFill/>
          </a:ln>
        </p:spPr>
      </p:pic>
      <p:pic>
        <p:nvPicPr>
          <p:cNvPr id="500" name="Google Shape;500;p29"/>
          <p:cNvPicPr preferRelativeResize="0"/>
          <p:nvPr/>
        </p:nvPicPr>
        <p:blipFill>
          <a:blip r:embed="rId6">
            <a:alphaModFix/>
          </a:blip>
          <a:stretch>
            <a:fillRect/>
          </a:stretch>
        </p:blipFill>
        <p:spPr>
          <a:xfrm>
            <a:off x="575975" y="1101415"/>
            <a:ext cx="5417904" cy="304757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58"/>
          <p:cNvSpPr txBox="1">
            <a:spLocks noGrp="1"/>
          </p:cNvSpPr>
          <p:nvPr>
            <p:ph type="ctrTitle"/>
          </p:nvPr>
        </p:nvSpPr>
        <p:spPr>
          <a:xfrm>
            <a:off x="310115" y="311618"/>
            <a:ext cx="7324062" cy="425572"/>
          </a:xfrm>
          <a:prstGeom prst="rect">
            <a:avLst/>
          </a:prstGeom>
          <a:noFill/>
          <a:ln>
            <a:noFill/>
          </a:ln>
        </p:spPr>
        <p:txBody>
          <a:bodyPr spcFirstLastPara="1" wrap="square" lIns="0" tIns="0" rIns="0" bIns="0" anchor="b" anchorCtr="0">
            <a:noAutofit/>
          </a:bodyPr>
          <a:lstStyle/>
          <a:p>
            <a:pPr marL="342900" lvl="0" indent="-342900" algn="l" rtl="0">
              <a:lnSpc>
                <a:spcPct val="100000"/>
              </a:lnSpc>
              <a:spcBef>
                <a:spcPts val="0"/>
              </a:spcBef>
              <a:spcAft>
                <a:spcPts val="0"/>
              </a:spcAft>
              <a:buSzPts val="3600"/>
              <a:buNone/>
            </a:pPr>
            <a:r>
              <a:rPr lang="en-US" sz="2400" b="0"/>
              <a:t>Project 7 – Diwan Books data collecting</a:t>
            </a:r>
            <a:endParaRPr/>
          </a:p>
        </p:txBody>
      </p:sp>
      <p:pic>
        <p:nvPicPr>
          <p:cNvPr id="506" name="Google Shape;506;p58"/>
          <p:cNvPicPr preferRelativeResize="0"/>
          <p:nvPr/>
        </p:nvPicPr>
        <p:blipFill rotWithShape="1">
          <a:blip r:embed="rId3">
            <a:alphaModFix/>
          </a:blip>
          <a:srcRect/>
          <a:stretch/>
        </p:blipFill>
        <p:spPr>
          <a:xfrm>
            <a:off x="5722705" y="2045304"/>
            <a:ext cx="2219340" cy="1159800"/>
          </a:xfrm>
          <a:prstGeom prst="rect">
            <a:avLst/>
          </a:prstGeom>
          <a:noFill/>
          <a:ln>
            <a:noFill/>
          </a:ln>
        </p:spPr>
      </p:pic>
      <p:pic>
        <p:nvPicPr>
          <p:cNvPr id="507" name="Google Shape;507;p58"/>
          <p:cNvPicPr preferRelativeResize="0"/>
          <p:nvPr/>
        </p:nvPicPr>
        <p:blipFill rotWithShape="1">
          <a:blip r:embed="rId4">
            <a:alphaModFix/>
          </a:blip>
          <a:srcRect/>
          <a:stretch/>
        </p:blipFill>
        <p:spPr>
          <a:xfrm>
            <a:off x="5790680" y="2449022"/>
            <a:ext cx="145275" cy="423000"/>
          </a:xfrm>
          <a:prstGeom prst="rect">
            <a:avLst/>
          </a:prstGeom>
          <a:noFill/>
          <a:ln>
            <a:noFill/>
          </a:ln>
        </p:spPr>
      </p:pic>
      <p:pic>
        <p:nvPicPr>
          <p:cNvPr id="508" name="Google Shape;508;p58"/>
          <p:cNvPicPr preferRelativeResize="0"/>
          <p:nvPr/>
        </p:nvPicPr>
        <p:blipFill rotWithShape="1">
          <a:blip r:embed="rId5">
            <a:alphaModFix/>
          </a:blip>
          <a:srcRect/>
          <a:stretch/>
        </p:blipFill>
        <p:spPr>
          <a:xfrm>
            <a:off x="6336726" y="1237502"/>
            <a:ext cx="1032700" cy="1209125"/>
          </a:xfrm>
          <a:prstGeom prst="rect">
            <a:avLst/>
          </a:prstGeom>
          <a:noFill/>
          <a:ln>
            <a:noFill/>
          </a:ln>
        </p:spPr>
      </p:pic>
      <p:pic>
        <p:nvPicPr>
          <p:cNvPr id="509" name="Google Shape;509;p58"/>
          <p:cNvPicPr preferRelativeResize="0"/>
          <p:nvPr/>
        </p:nvPicPr>
        <p:blipFill rotWithShape="1">
          <a:blip r:embed="rId6">
            <a:alphaModFix/>
          </a:blip>
          <a:srcRect/>
          <a:stretch/>
        </p:blipFill>
        <p:spPr>
          <a:xfrm>
            <a:off x="1146652" y="997021"/>
            <a:ext cx="3321244" cy="332700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pic>
        <p:nvPicPr>
          <p:cNvPr id="514" name="Google Shape;514;p59"/>
          <p:cNvPicPr preferRelativeResize="0"/>
          <p:nvPr/>
        </p:nvPicPr>
        <p:blipFill rotWithShape="1">
          <a:blip r:embed="rId3">
            <a:alphaModFix/>
          </a:blip>
          <a:srcRect/>
          <a:stretch/>
        </p:blipFill>
        <p:spPr>
          <a:xfrm>
            <a:off x="5722705" y="2045304"/>
            <a:ext cx="2219340" cy="1159800"/>
          </a:xfrm>
          <a:prstGeom prst="rect">
            <a:avLst/>
          </a:prstGeom>
          <a:noFill/>
          <a:ln>
            <a:noFill/>
          </a:ln>
        </p:spPr>
      </p:pic>
      <p:pic>
        <p:nvPicPr>
          <p:cNvPr id="515" name="Google Shape;515;p59"/>
          <p:cNvPicPr preferRelativeResize="0"/>
          <p:nvPr/>
        </p:nvPicPr>
        <p:blipFill rotWithShape="1">
          <a:blip r:embed="rId4">
            <a:alphaModFix/>
          </a:blip>
          <a:srcRect/>
          <a:stretch/>
        </p:blipFill>
        <p:spPr>
          <a:xfrm>
            <a:off x="5790680" y="2449022"/>
            <a:ext cx="145275" cy="423000"/>
          </a:xfrm>
          <a:prstGeom prst="rect">
            <a:avLst/>
          </a:prstGeom>
          <a:noFill/>
          <a:ln>
            <a:noFill/>
          </a:ln>
        </p:spPr>
      </p:pic>
      <p:pic>
        <p:nvPicPr>
          <p:cNvPr id="516" name="Google Shape;516;p59"/>
          <p:cNvPicPr preferRelativeResize="0"/>
          <p:nvPr/>
        </p:nvPicPr>
        <p:blipFill rotWithShape="1">
          <a:blip r:embed="rId5">
            <a:alphaModFix/>
          </a:blip>
          <a:srcRect/>
          <a:stretch/>
        </p:blipFill>
        <p:spPr>
          <a:xfrm>
            <a:off x="6336726" y="1237502"/>
            <a:ext cx="1032700" cy="1209125"/>
          </a:xfrm>
          <a:prstGeom prst="rect">
            <a:avLst/>
          </a:prstGeom>
          <a:noFill/>
          <a:ln>
            <a:noFill/>
          </a:ln>
        </p:spPr>
      </p:pic>
      <p:pic>
        <p:nvPicPr>
          <p:cNvPr id="517" name="Google Shape;517;p59"/>
          <p:cNvPicPr preferRelativeResize="0"/>
          <p:nvPr/>
        </p:nvPicPr>
        <p:blipFill rotWithShape="1">
          <a:blip r:embed="rId6">
            <a:alphaModFix/>
          </a:blip>
          <a:srcRect/>
          <a:stretch/>
        </p:blipFill>
        <p:spPr>
          <a:xfrm>
            <a:off x="1394280" y="302190"/>
            <a:ext cx="2715219" cy="453912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pic>
        <p:nvPicPr>
          <p:cNvPr id="522" name="Google Shape;522;p60"/>
          <p:cNvPicPr preferRelativeResize="0"/>
          <p:nvPr/>
        </p:nvPicPr>
        <p:blipFill rotWithShape="1">
          <a:blip r:embed="rId3">
            <a:alphaModFix/>
          </a:blip>
          <a:srcRect/>
          <a:stretch/>
        </p:blipFill>
        <p:spPr>
          <a:xfrm>
            <a:off x="5722705" y="2045304"/>
            <a:ext cx="2219340" cy="1159800"/>
          </a:xfrm>
          <a:prstGeom prst="rect">
            <a:avLst/>
          </a:prstGeom>
          <a:noFill/>
          <a:ln>
            <a:noFill/>
          </a:ln>
        </p:spPr>
      </p:pic>
      <p:pic>
        <p:nvPicPr>
          <p:cNvPr id="523" name="Google Shape;523;p60"/>
          <p:cNvPicPr preferRelativeResize="0"/>
          <p:nvPr/>
        </p:nvPicPr>
        <p:blipFill rotWithShape="1">
          <a:blip r:embed="rId4">
            <a:alphaModFix/>
          </a:blip>
          <a:srcRect/>
          <a:stretch/>
        </p:blipFill>
        <p:spPr>
          <a:xfrm>
            <a:off x="5790680" y="2449022"/>
            <a:ext cx="145275" cy="423000"/>
          </a:xfrm>
          <a:prstGeom prst="rect">
            <a:avLst/>
          </a:prstGeom>
          <a:noFill/>
          <a:ln>
            <a:noFill/>
          </a:ln>
        </p:spPr>
      </p:pic>
      <p:pic>
        <p:nvPicPr>
          <p:cNvPr id="524" name="Google Shape;524;p60"/>
          <p:cNvPicPr preferRelativeResize="0"/>
          <p:nvPr/>
        </p:nvPicPr>
        <p:blipFill rotWithShape="1">
          <a:blip r:embed="rId5">
            <a:alphaModFix/>
          </a:blip>
          <a:srcRect/>
          <a:stretch/>
        </p:blipFill>
        <p:spPr>
          <a:xfrm>
            <a:off x="6336726" y="1237502"/>
            <a:ext cx="1032700" cy="1209125"/>
          </a:xfrm>
          <a:prstGeom prst="rect">
            <a:avLst/>
          </a:prstGeom>
          <a:noFill/>
          <a:ln>
            <a:noFill/>
          </a:ln>
        </p:spPr>
      </p:pic>
      <p:sp>
        <p:nvSpPr>
          <p:cNvPr id="525" name="Google Shape;525;p60"/>
          <p:cNvSpPr txBox="1">
            <a:spLocks noGrp="1"/>
          </p:cNvSpPr>
          <p:nvPr>
            <p:ph type="ctrTitle"/>
          </p:nvPr>
        </p:nvSpPr>
        <p:spPr>
          <a:xfrm>
            <a:off x="601665" y="2382903"/>
            <a:ext cx="4341917" cy="555237"/>
          </a:xfrm>
          <a:prstGeom prst="rect">
            <a:avLst/>
          </a:prstGeom>
          <a:noFill/>
          <a:ln>
            <a:noFill/>
          </a:ln>
        </p:spPr>
        <p:txBody>
          <a:bodyPr spcFirstLastPara="1" wrap="square" lIns="0" tIns="0" rIns="0" bIns="0" anchor="b" anchorCtr="0">
            <a:noAutofit/>
          </a:bodyPr>
          <a:lstStyle/>
          <a:p>
            <a:pPr marL="0" lvl="0" indent="0" algn="ctr" rtl="0">
              <a:lnSpc>
                <a:spcPct val="100000"/>
              </a:lnSpc>
              <a:spcBef>
                <a:spcPts val="0"/>
              </a:spcBef>
              <a:spcAft>
                <a:spcPts val="0"/>
              </a:spcAft>
              <a:buSzPts val="3600"/>
              <a:buNone/>
            </a:pPr>
            <a:r>
              <a:rPr lang="en-US" sz="4400"/>
              <a:t>Questions ?!</a:t>
            </a:r>
            <a:endParaRPr sz="4400"/>
          </a:p>
        </p:txBody>
      </p:sp>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pic>
        <p:nvPicPr>
          <p:cNvPr id="530" name="Google Shape;530;p61"/>
          <p:cNvPicPr preferRelativeResize="0"/>
          <p:nvPr/>
        </p:nvPicPr>
        <p:blipFill rotWithShape="1">
          <a:blip r:embed="rId3">
            <a:alphaModFix/>
          </a:blip>
          <a:srcRect/>
          <a:stretch/>
        </p:blipFill>
        <p:spPr>
          <a:xfrm>
            <a:off x="5722705" y="2045304"/>
            <a:ext cx="2219340" cy="1159800"/>
          </a:xfrm>
          <a:prstGeom prst="rect">
            <a:avLst/>
          </a:prstGeom>
          <a:noFill/>
          <a:ln>
            <a:noFill/>
          </a:ln>
        </p:spPr>
      </p:pic>
      <p:pic>
        <p:nvPicPr>
          <p:cNvPr id="531" name="Google Shape;531;p61"/>
          <p:cNvPicPr preferRelativeResize="0"/>
          <p:nvPr/>
        </p:nvPicPr>
        <p:blipFill rotWithShape="1">
          <a:blip r:embed="rId4">
            <a:alphaModFix/>
          </a:blip>
          <a:srcRect/>
          <a:stretch/>
        </p:blipFill>
        <p:spPr>
          <a:xfrm>
            <a:off x="5790680" y="2449022"/>
            <a:ext cx="145275" cy="423000"/>
          </a:xfrm>
          <a:prstGeom prst="rect">
            <a:avLst/>
          </a:prstGeom>
          <a:noFill/>
          <a:ln>
            <a:noFill/>
          </a:ln>
        </p:spPr>
      </p:pic>
      <p:pic>
        <p:nvPicPr>
          <p:cNvPr id="532" name="Google Shape;532;p61"/>
          <p:cNvPicPr preferRelativeResize="0"/>
          <p:nvPr/>
        </p:nvPicPr>
        <p:blipFill rotWithShape="1">
          <a:blip r:embed="rId5">
            <a:alphaModFix/>
          </a:blip>
          <a:srcRect/>
          <a:stretch/>
        </p:blipFill>
        <p:spPr>
          <a:xfrm>
            <a:off x="6336726" y="1237502"/>
            <a:ext cx="1032700" cy="1209125"/>
          </a:xfrm>
          <a:prstGeom prst="rect">
            <a:avLst/>
          </a:prstGeom>
          <a:noFill/>
          <a:ln>
            <a:noFill/>
          </a:ln>
        </p:spPr>
      </p:pic>
      <p:sp>
        <p:nvSpPr>
          <p:cNvPr id="533" name="Google Shape;533;p61"/>
          <p:cNvSpPr txBox="1">
            <a:spLocks noGrp="1"/>
          </p:cNvSpPr>
          <p:nvPr>
            <p:ph type="ctrTitle"/>
          </p:nvPr>
        </p:nvSpPr>
        <p:spPr>
          <a:xfrm>
            <a:off x="495340" y="959883"/>
            <a:ext cx="5162442" cy="555237"/>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SzPts val="3600"/>
              <a:buNone/>
            </a:pPr>
            <a:r>
              <a:rPr lang="en-US" sz="6000"/>
              <a:t>Thanks!</a:t>
            </a:r>
            <a:br>
              <a:rPr lang="en-US" sz="6000"/>
            </a:br>
            <a:r>
              <a:rPr lang="en-US" sz="2400">
                <a:latin typeface="Consolas"/>
                <a:ea typeface="Consolas"/>
                <a:cs typeface="Consolas"/>
                <a:sym typeface="Consolas"/>
              </a:rPr>
              <a:t>&gt;_ Live long and prosper</a:t>
            </a:r>
            <a:endParaRPr sz="6000"/>
          </a:p>
        </p:txBody>
      </p:sp>
      <p:pic>
        <p:nvPicPr>
          <p:cNvPr id="534" name="Google Shape;534;p61"/>
          <p:cNvPicPr preferRelativeResize="0"/>
          <p:nvPr/>
        </p:nvPicPr>
        <p:blipFill rotWithShape="1">
          <a:blip r:embed="rId6">
            <a:alphaModFix/>
          </a:blip>
          <a:srcRect/>
          <a:stretch/>
        </p:blipFill>
        <p:spPr>
          <a:xfrm>
            <a:off x="409599" y="1781111"/>
            <a:ext cx="4425905" cy="30328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theme/theme1.xml><?xml version="1.0" encoding="utf-8"?>
<a:theme xmlns:a="http://schemas.openxmlformats.org/drawingml/2006/main" name="Aliena template">
  <a:themeElements>
    <a:clrScheme name="Custom 347">
      <a:dk1>
        <a:srgbClr val="050060"/>
      </a:dk1>
      <a:lt1>
        <a:srgbClr val="FFFFFF"/>
      </a:lt1>
      <a:dk2>
        <a:srgbClr val="585963"/>
      </a:dk2>
      <a:lt2>
        <a:srgbClr val="F3F3F3"/>
      </a:lt2>
      <a:accent1>
        <a:srgbClr val="0A2F9E"/>
      </a:accent1>
      <a:accent2>
        <a:srgbClr val="3544FF"/>
      </a:accent2>
      <a:accent3>
        <a:srgbClr val="24D6FF"/>
      </a:accent3>
      <a:accent4>
        <a:srgbClr val="00FFFF"/>
      </a:accent4>
      <a:accent5>
        <a:srgbClr val="A458FF"/>
      </a:accent5>
      <a:accent6>
        <a:srgbClr val="D392FF"/>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1773</Words>
  <Application>Microsoft Office PowerPoint</Application>
  <PresentationFormat>On-screen Show (16:9)</PresentationFormat>
  <Paragraphs>312</Paragraphs>
  <Slides>64</Slides>
  <Notes>62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64</vt:i4>
      </vt:variant>
    </vt:vector>
  </HeadingPairs>
  <TitlesOfParts>
    <vt:vector size="68" baseType="lpstr">
      <vt:lpstr>Lexend Deca</vt:lpstr>
      <vt:lpstr>Consolas</vt:lpstr>
      <vt:lpstr>Arial</vt:lpstr>
      <vt:lpstr>Aliena template</vt:lpstr>
      <vt:lpstr>Data Collecting</vt:lpstr>
      <vt:lpstr>Data Collection:</vt:lpstr>
      <vt:lpstr>Data Collecting</vt:lpstr>
      <vt:lpstr>Public Datasets</vt:lpstr>
      <vt:lpstr>Data Collecting</vt:lpstr>
      <vt:lpstr>PowerPoint Presentation</vt:lpstr>
      <vt:lpstr>PowerPoint Presentation</vt:lpstr>
      <vt:lpstr>Web services are:</vt:lpstr>
      <vt:lpstr>What is Internet and Web Servers</vt:lpstr>
      <vt:lpstr>PowerPoint Presentation</vt:lpstr>
      <vt:lpstr>HTTP:</vt:lpstr>
      <vt:lpstr>HTTP Request/Response Cycle</vt:lpstr>
      <vt:lpstr>HTTP Request/Response Cycle</vt:lpstr>
      <vt:lpstr>PowerPoint Presentation</vt:lpstr>
      <vt:lpstr>HTTP Requests</vt:lpstr>
      <vt:lpstr>HTTP stands for:</vt:lpstr>
      <vt:lpstr>PowerPoint Presentation</vt:lpstr>
      <vt:lpstr>REST API Web Services </vt:lpstr>
      <vt:lpstr>REST API Web Services </vt:lpstr>
      <vt:lpstr>REST API Web Services </vt:lpstr>
      <vt:lpstr>Which of the following is correct about web services?</vt:lpstr>
      <vt:lpstr>PowerPoint Presentation</vt:lpstr>
      <vt:lpstr>JSON:</vt:lpstr>
      <vt:lpstr>Work with JSON</vt:lpstr>
      <vt:lpstr>Work with JSON</vt:lpstr>
      <vt:lpstr>Work with JSON</vt:lpstr>
      <vt:lpstr>Work with JSON</vt:lpstr>
      <vt:lpstr>8) What is the full form of JSON?</vt:lpstr>
      <vt:lpstr>Assignment Mandatory</vt:lpstr>
      <vt:lpstr>PowerPoint Presentation</vt:lpstr>
      <vt:lpstr>HTML</vt:lpstr>
      <vt:lpstr>HTML (base snippet code)</vt:lpstr>
      <vt:lpstr>HTML (header)</vt:lpstr>
      <vt:lpstr>HTML (paragraph)</vt:lpstr>
      <vt:lpstr>HTML (link)</vt:lpstr>
      <vt:lpstr>HTML (image)</vt:lpstr>
      <vt:lpstr>HTML (table)</vt:lpstr>
      <vt:lpstr>HTML (list)</vt:lpstr>
      <vt:lpstr>HTML (form)</vt:lpstr>
      <vt:lpstr>PowerPoint Presentation</vt:lpstr>
      <vt:lpstr>PowerPoint Presentation</vt:lpstr>
      <vt:lpstr>. _____________ is a language for creating Web pages.</vt:lpstr>
      <vt:lpstr>PowerPoint Presentation</vt:lpstr>
      <vt:lpstr>PowerPoint Presentation</vt:lpstr>
      <vt:lpstr>Classes and ID</vt:lpstr>
      <vt:lpstr>PowerPoint Presentation</vt:lpstr>
      <vt:lpstr>For what CSS is used for:</vt:lpstr>
      <vt:lpstr>PowerPoint Presentation</vt:lpstr>
      <vt:lpstr>Scrapping Concept</vt:lpstr>
      <vt:lpstr>Scrapping Concept</vt:lpstr>
      <vt:lpstr>Scrapping Concept</vt:lpstr>
      <vt:lpstr>Consider when scrapping :</vt:lpstr>
      <vt:lpstr>    What protocol can be used to retrieve web pages using python? </vt:lpstr>
      <vt:lpstr>PowerPoint Presentation</vt:lpstr>
      <vt:lpstr>BeautifulSoap Library</vt:lpstr>
      <vt:lpstr>PowerPoint Presentation</vt:lpstr>
      <vt:lpstr>What does the following block of code print? </vt:lpstr>
      <vt:lpstr>How to download file with python ?  </vt:lpstr>
      <vt:lpstr>How to download file with python ?  </vt:lpstr>
      <vt:lpstr>Project 6 – Wuzzuf data collecting</vt:lpstr>
      <vt:lpstr>Project 7 – Diwan Books data collecting</vt:lpstr>
      <vt:lpstr>PowerPoint Presentation</vt:lpstr>
      <vt:lpstr>Questions ?!</vt:lpstr>
      <vt:lpstr>Thanks! &gt;_ Live long and prosper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Collecting</dc:title>
  <dc:creator>Eslam Jekso</dc:creator>
  <cp:lastModifiedBy>Karim Hamdy</cp:lastModifiedBy>
  <cp:revision>2</cp:revision>
  <dcterms:modified xsi:type="dcterms:W3CDTF">2022-04-16T09:51:42Z</dcterms:modified>
</cp:coreProperties>
</file>